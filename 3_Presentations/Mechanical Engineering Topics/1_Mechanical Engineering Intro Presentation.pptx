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7" r:id="rId4"/>
  </p:sldMasterIdLst>
  <p:notesMasterIdLst>
    <p:notesMasterId r:id="rId14"/>
  </p:notesMasterIdLst>
  <p:handoutMasterIdLst>
    <p:handoutMasterId r:id="rId15"/>
  </p:handoutMasterIdLst>
  <p:sldIdLst>
    <p:sldId id="895" r:id="rId5"/>
    <p:sldId id="876" r:id="rId6"/>
    <p:sldId id="896" r:id="rId7"/>
    <p:sldId id="898" r:id="rId8"/>
    <p:sldId id="899" r:id="rId9"/>
    <p:sldId id="900" r:id="rId10"/>
    <p:sldId id="902" r:id="rId11"/>
    <p:sldId id="897" r:id="rId12"/>
    <p:sldId id="901" r:id="rId13"/>
  </p:sldIdLst>
  <p:sldSz cx="10058400" cy="6400800"/>
  <p:notesSz cx="7010400" cy="9296400"/>
  <p:custDataLst>
    <p:tags r:id="rId1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1pPr>
    <a:lvl2pPr marL="457171" algn="l" rtl="0" fontAlgn="base">
      <a:spcBef>
        <a:spcPct val="0"/>
      </a:spcBef>
      <a:spcAft>
        <a:spcPct val="0"/>
      </a:spcAft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2pPr>
    <a:lvl3pPr marL="914341" algn="l" rtl="0" fontAlgn="base">
      <a:spcBef>
        <a:spcPct val="0"/>
      </a:spcBef>
      <a:spcAft>
        <a:spcPct val="0"/>
      </a:spcAft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3pPr>
    <a:lvl4pPr marL="1371512" algn="l" rtl="0" fontAlgn="base">
      <a:spcBef>
        <a:spcPct val="0"/>
      </a:spcBef>
      <a:spcAft>
        <a:spcPct val="0"/>
      </a:spcAft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4pPr>
    <a:lvl5pPr marL="1828682" algn="l" rtl="0" fontAlgn="base">
      <a:spcBef>
        <a:spcPct val="0"/>
      </a:spcBef>
      <a:spcAft>
        <a:spcPct val="0"/>
      </a:spcAft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5pPr>
    <a:lvl6pPr marL="2285854" algn="l" defTabSz="914341" rtl="0" eaLnBrk="1" latinLnBrk="0" hangingPunct="1"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6pPr>
    <a:lvl7pPr marL="2743025" algn="l" defTabSz="914341" rtl="0" eaLnBrk="1" latinLnBrk="0" hangingPunct="1"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7pPr>
    <a:lvl8pPr marL="3200195" algn="l" defTabSz="914341" rtl="0" eaLnBrk="1" latinLnBrk="0" hangingPunct="1"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8pPr>
    <a:lvl9pPr marL="3657366" algn="l" defTabSz="914341" rtl="0" eaLnBrk="1" latinLnBrk="0" hangingPunct="1"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016">
          <p15:clr>
            <a:srgbClr val="A4A3A4"/>
          </p15:clr>
        </p15:guide>
        <p15:guide id="2" pos="31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9A0D6B-52C7-E948-FC6C-350A6ED2134A}" name="John Thibert" initials="JT" userId="S::thibe11a@uwindsor.ca::32b08e28-5f4f-4832-a2c0-3c6f2e50ba5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ric Michaud" initials="EM" lastIdx="1" clrIdx="0">
    <p:extLst>
      <p:ext uri="{19B8F6BF-5375-455C-9EA6-DF929625EA0E}">
        <p15:presenceInfo xmlns:p15="http://schemas.microsoft.com/office/powerpoint/2012/main" userId="S::Eric.Michaud@cntrline.com::5ed18d7c-a934-4984-b00d-5bf9f0d1b88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A1"/>
    <a:srgbClr val="0563C1"/>
    <a:srgbClr val="FFFFCC"/>
    <a:srgbClr val="996600"/>
    <a:srgbClr val="FF9900"/>
    <a:srgbClr val="003399"/>
    <a:srgbClr val="66CCFF"/>
    <a:srgbClr val="CC6600"/>
    <a:srgbClr val="0080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398" y="96"/>
      </p:cViewPr>
      <p:guideLst>
        <p:guide orient="horz" pos="2016"/>
        <p:guide pos="31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t" anchorCtr="0" compatLnSpc="1">
            <a:prstTxWarp prst="textNoShape">
              <a:avLst/>
            </a:prstTxWarp>
          </a:bodyPr>
          <a:lstStyle>
            <a:lvl1pPr algn="l" defTabSz="931726" eaLnBrk="1" hangingPunct="1">
              <a:spcBef>
                <a:spcPct val="0"/>
              </a:spcBef>
              <a:buSzTx/>
              <a:defRPr sz="13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3514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t" anchorCtr="0" compatLnSpc="1">
            <a:prstTxWarp prst="textNoShape">
              <a:avLst/>
            </a:prstTxWarp>
          </a:bodyPr>
          <a:lstStyle>
            <a:lvl1pPr algn="r" defTabSz="931726" eaLnBrk="1" hangingPunct="1">
              <a:spcBef>
                <a:spcPct val="0"/>
              </a:spcBef>
              <a:buSzTx/>
              <a:defRPr sz="13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b" anchorCtr="0" compatLnSpc="1">
            <a:prstTxWarp prst="textNoShape">
              <a:avLst/>
            </a:prstTxWarp>
          </a:bodyPr>
          <a:lstStyle>
            <a:lvl1pPr algn="l" defTabSz="931726" eaLnBrk="1" hangingPunct="1">
              <a:spcBef>
                <a:spcPct val="0"/>
              </a:spcBef>
              <a:buSzTx/>
              <a:defRPr sz="13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3514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b" anchorCtr="0" compatLnSpc="1">
            <a:prstTxWarp prst="textNoShape">
              <a:avLst/>
            </a:prstTxWarp>
          </a:bodyPr>
          <a:lstStyle>
            <a:lvl1pPr algn="r" defTabSz="931726" eaLnBrk="1" hangingPunct="1">
              <a:spcBef>
                <a:spcPct val="0"/>
              </a:spcBef>
              <a:buSzTx/>
              <a:defRPr sz="13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ED99B309-0AE6-4F35-9D5D-359E6E3BB6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591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t" anchorCtr="0" compatLnSpc="1">
            <a:prstTxWarp prst="textNoShape">
              <a:avLst/>
            </a:prstTxWarp>
          </a:bodyPr>
          <a:lstStyle>
            <a:lvl1pPr algn="l" defTabSz="931726" eaLnBrk="1" hangingPunct="1">
              <a:spcBef>
                <a:spcPct val="0"/>
              </a:spcBef>
              <a:buSzTx/>
              <a:defRPr sz="13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4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t" anchorCtr="0" compatLnSpc="1">
            <a:prstTxWarp prst="textNoShape">
              <a:avLst/>
            </a:prstTxWarp>
          </a:bodyPr>
          <a:lstStyle>
            <a:lvl1pPr algn="r" defTabSz="931726" eaLnBrk="1" hangingPunct="1">
              <a:spcBef>
                <a:spcPct val="0"/>
              </a:spcBef>
              <a:buSzTx/>
              <a:defRPr sz="13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68350" y="698500"/>
            <a:ext cx="54768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4838"/>
            <a:ext cx="5143500" cy="4183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b" anchorCtr="0" compatLnSpc="1">
            <a:prstTxWarp prst="textNoShape">
              <a:avLst/>
            </a:prstTxWarp>
          </a:bodyPr>
          <a:lstStyle>
            <a:lvl1pPr algn="l" defTabSz="931726" eaLnBrk="1" hangingPunct="1">
              <a:spcBef>
                <a:spcPct val="0"/>
              </a:spcBef>
              <a:buSzTx/>
              <a:defRPr sz="13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4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b" anchorCtr="0" compatLnSpc="1">
            <a:prstTxWarp prst="textNoShape">
              <a:avLst/>
            </a:prstTxWarp>
          </a:bodyPr>
          <a:lstStyle>
            <a:lvl1pPr algn="r" defTabSz="931726" eaLnBrk="1" hangingPunct="1">
              <a:spcBef>
                <a:spcPct val="0"/>
              </a:spcBef>
              <a:buSzTx/>
              <a:defRPr sz="13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197ADA7B-1FF5-4B6F-897C-36F65255E7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2530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171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341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512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682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5854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25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95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66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F33F30-39A3-40D7-94F9-D13323F3CB8D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68350" y="698500"/>
            <a:ext cx="5476875" cy="3486150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A1840-C81D-4680-9146-9D0DC6B831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300" y="1047541"/>
            <a:ext cx="7543800" cy="2228427"/>
          </a:xfrm>
        </p:spPr>
        <p:txBody>
          <a:bodyPr anchor="b"/>
          <a:lstStyle>
            <a:lvl1pPr algn="ctr">
              <a:defRPr sz="4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3C5001-9753-4536-9D4F-07417677AB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300" y="3361902"/>
            <a:ext cx="7543800" cy="1545378"/>
          </a:xfrm>
        </p:spPr>
        <p:txBody>
          <a:bodyPr/>
          <a:lstStyle>
            <a:lvl1pPr marL="0" indent="0" algn="ctr">
              <a:buNone/>
              <a:defRPr sz="1750"/>
            </a:lvl1pPr>
            <a:lvl2pPr marL="333390" indent="0" algn="ctr">
              <a:buNone/>
              <a:defRPr sz="1458"/>
            </a:lvl2pPr>
            <a:lvl3pPr marL="666780" indent="0" algn="ctr">
              <a:buNone/>
              <a:defRPr sz="1313"/>
            </a:lvl3pPr>
            <a:lvl4pPr marL="1000170" indent="0" algn="ctr">
              <a:buNone/>
              <a:defRPr sz="1167"/>
            </a:lvl4pPr>
            <a:lvl5pPr marL="1333559" indent="0" algn="ctr">
              <a:buNone/>
              <a:defRPr sz="1167"/>
            </a:lvl5pPr>
            <a:lvl6pPr marL="1666950" indent="0" algn="ctr">
              <a:buNone/>
              <a:defRPr sz="1167"/>
            </a:lvl6pPr>
            <a:lvl7pPr marL="2000339" indent="0" algn="ctr">
              <a:buNone/>
              <a:defRPr sz="1167"/>
            </a:lvl7pPr>
            <a:lvl8pPr marL="2333729" indent="0" algn="ctr">
              <a:buNone/>
              <a:defRPr sz="1167"/>
            </a:lvl8pPr>
            <a:lvl9pPr marL="2667120" indent="0" algn="ctr">
              <a:buNone/>
              <a:defRPr sz="1167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 descr="A black background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B7838A85-E79D-456A-B8E7-8B945F1325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18" y="5898352"/>
            <a:ext cx="1208001" cy="502461"/>
          </a:xfrm>
          <a:prstGeom prst="rect">
            <a:avLst/>
          </a:prstGeom>
        </p:spPr>
      </p:pic>
      <p:sp>
        <p:nvSpPr>
          <p:cNvPr id="15" name="Footer Placeholder 4" descr="CenterLine reflex blue, copper logo">
            <a:extLst>
              <a:ext uri="{FF2B5EF4-FFF2-40B4-BE49-F238E27FC236}">
                <a16:creationId xmlns:a16="http://schemas.microsoft.com/office/drawing/2014/main" id="{1AD3264C-C37F-4906-AC1A-7F97354D40DA}"/>
              </a:ext>
            </a:extLst>
          </p:cNvPr>
          <p:cNvSpPr txBox="1">
            <a:spLocks/>
          </p:cNvSpPr>
          <p:nvPr/>
        </p:nvSpPr>
        <p:spPr>
          <a:xfrm>
            <a:off x="1637244" y="5989035"/>
            <a:ext cx="2800112" cy="330988"/>
          </a:xfrm>
          <a:prstGeom prst="rect">
            <a:avLst/>
          </a:prstGeom>
        </p:spPr>
        <p:txBody>
          <a:bodyPr vert="horz" lIns="66682" tIns="33341" rIns="66682" bIns="33341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9"/>
              <a:t>© 2022, CenterLine (Windsor) Limited</a:t>
            </a:r>
          </a:p>
        </p:txBody>
      </p:sp>
    </p:spTree>
    <p:extLst>
      <p:ext uri="{BB962C8B-B14F-4D97-AF65-F5344CB8AC3E}">
        <p14:creationId xmlns:p14="http://schemas.microsoft.com/office/powerpoint/2010/main" val="256092784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A1840-C81D-4680-9146-9D0DC6B831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300" y="1047541"/>
            <a:ext cx="7543800" cy="2228427"/>
          </a:xfrm>
        </p:spPr>
        <p:txBody>
          <a:bodyPr anchor="b"/>
          <a:lstStyle>
            <a:lvl1pPr algn="ctr">
              <a:defRPr sz="4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3C5001-9753-4536-9D4F-07417677AB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300" y="3361902"/>
            <a:ext cx="7543800" cy="1545378"/>
          </a:xfrm>
        </p:spPr>
        <p:txBody>
          <a:bodyPr/>
          <a:lstStyle>
            <a:lvl1pPr marL="0" indent="0" algn="ctr">
              <a:buNone/>
              <a:defRPr sz="1750"/>
            </a:lvl1pPr>
            <a:lvl2pPr marL="333390" indent="0" algn="ctr">
              <a:buNone/>
              <a:defRPr sz="1458"/>
            </a:lvl2pPr>
            <a:lvl3pPr marL="666780" indent="0" algn="ctr">
              <a:buNone/>
              <a:defRPr sz="1313"/>
            </a:lvl3pPr>
            <a:lvl4pPr marL="1000170" indent="0" algn="ctr">
              <a:buNone/>
              <a:defRPr sz="1167"/>
            </a:lvl4pPr>
            <a:lvl5pPr marL="1333559" indent="0" algn="ctr">
              <a:buNone/>
              <a:defRPr sz="1167"/>
            </a:lvl5pPr>
            <a:lvl6pPr marL="1666950" indent="0" algn="ctr">
              <a:buNone/>
              <a:defRPr sz="1167"/>
            </a:lvl6pPr>
            <a:lvl7pPr marL="2000339" indent="0" algn="ctr">
              <a:buNone/>
              <a:defRPr sz="1167"/>
            </a:lvl7pPr>
            <a:lvl8pPr marL="2333729" indent="0" algn="ctr">
              <a:buNone/>
              <a:defRPr sz="1167"/>
            </a:lvl8pPr>
            <a:lvl9pPr marL="2667120" indent="0" algn="ctr">
              <a:buNone/>
              <a:defRPr sz="1167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 descr="A black background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B7838A85-E79D-456A-B8E7-8B945F1325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18" y="5898352"/>
            <a:ext cx="1208001" cy="502461"/>
          </a:xfrm>
          <a:prstGeom prst="rect">
            <a:avLst/>
          </a:prstGeom>
        </p:spPr>
      </p:pic>
      <p:sp>
        <p:nvSpPr>
          <p:cNvPr id="15" name="Footer Placeholder 4" descr="CenterLine reflex blue, copper logo">
            <a:extLst>
              <a:ext uri="{FF2B5EF4-FFF2-40B4-BE49-F238E27FC236}">
                <a16:creationId xmlns:a16="http://schemas.microsoft.com/office/drawing/2014/main" id="{1AD3264C-C37F-4906-AC1A-7F97354D40DA}"/>
              </a:ext>
            </a:extLst>
          </p:cNvPr>
          <p:cNvSpPr txBox="1">
            <a:spLocks/>
          </p:cNvSpPr>
          <p:nvPr/>
        </p:nvSpPr>
        <p:spPr>
          <a:xfrm>
            <a:off x="1637244" y="5989035"/>
            <a:ext cx="2800112" cy="330988"/>
          </a:xfrm>
          <a:prstGeom prst="rect">
            <a:avLst/>
          </a:prstGeom>
        </p:spPr>
        <p:txBody>
          <a:bodyPr vert="horz" lIns="66682" tIns="33341" rIns="66682" bIns="33341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9"/>
              <a:t>© 2022, CenterLine (Windsor) Limited</a:t>
            </a:r>
          </a:p>
        </p:txBody>
      </p:sp>
      <p:sp>
        <p:nvSpPr>
          <p:cNvPr id="16" name="Slide Number Placeholder 26">
            <a:extLst>
              <a:ext uri="{FF2B5EF4-FFF2-40B4-BE49-F238E27FC236}">
                <a16:creationId xmlns:a16="http://schemas.microsoft.com/office/drawing/2014/main" id="{490BFD5B-562D-42E7-A2D2-5A0797FE3E85}"/>
              </a:ext>
            </a:extLst>
          </p:cNvPr>
          <p:cNvSpPr txBox="1">
            <a:spLocks/>
          </p:cNvSpPr>
          <p:nvPr/>
        </p:nvSpPr>
        <p:spPr>
          <a:xfrm>
            <a:off x="7927402" y="6001465"/>
            <a:ext cx="1866304" cy="318558"/>
          </a:xfrm>
          <a:prstGeom prst="rect">
            <a:avLst/>
          </a:prstGeom>
        </p:spPr>
        <p:txBody>
          <a:bodyPr vert="horz" lIns="66682" tIns="33341" rIns="66682" bIns="33341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875" smtClean="0"/>
              <a:pPr/>
              <a:t>‹#›</a:t>
            </a:fld>
            <a:endParaRPr lang="en-US" sz="875"/>
          </a:p>
        </p:txBody>
      </p:sp>
    </p:spTree>
    <p:extLst>
      <p:ext uri="{BB962C8B-B14F-4D97-AF65-F5344CB8AC3E}">
        <p14:creationId xmlns:p14="http://schemas.microsoft.com/office/powerpoint/2010/main" val="35254092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7589F-3474-4F64-986C-3E6A333B0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AA06F-3EAB-4608-8F88-AB077C25E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descr="A black background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CE633F42-13E9-48C5-96CE-B8F8979DAB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18" y="5898352"/>
            <a:ext cx="1208001" cy="502461"/>
          </a:xfrm>
          <a:prstGeom prst="rect">
            <a:avLst/>
          </a:prstGeom>
        </p:spPr>
      </p:pic>
      <p:sp>
        <p:nvSpPr>
          <p:cNvPr id="8" name="Footer Placeholder 4" descr="CenterLine reflex blue, copper logo">
            <a:extLst>
              <a:ext uri="{FF2B5EF4-FFF2-40B4-BE49-F238E27FC236}">
                <a16:creationId xmlns:a16="http://schemas.microsoft.com/office/drawing/2014/main" id="{5A83B0D1-E6C4-4DFE-B447-5795C89B08C2}"/>
              </a:ext>
            </a:extLst>
          </p:cNvPr>
          <p:cNvSpPr txBox="1">
            <a:spLocks/>
          </p:cNvSpPr>
          <p:nvPr/>
        </p:nvSpPr>
        <p:spPr>
          <a:xfrm>
            <a:off x="1637244" y="5989035"/>
            <a:ext cx="2800112" cy="330988"/>
          </a:xfrm>
          <a:prstGeom prst="rect">
            <a:avLst/>
          </a:prstGeom>
        </p:spPr>
        <p:txBody>
          <a:bodyPr vert="horz" lIns="66682" tIns="33341" rIns="66682" bIns="33341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9"/>
              <a:t>© 2022, CenterLine (Windsor) Limited</a:t>
            </a:r>
          </a:p>
        </p:txBody>
      </p:sp>
      <p:sp>
        <p:nvSpPr>
          <p:cNvPr id="9" name="Slide Number Placeholder 26">
            <a:extLst>
              <a:ext uri="{FF2B5EF4-FFF2-40B4-BE49-F238E27FC236}">
                <a16:creationId xmlns:a16="http://schemas.microsoft.com/office/drawing/2014/main" id="{4BFEB779-D7ED-4BA3-A8AB-633BC16A8EBD}"/>
              </a:ext>
            </a:extLst>
          </p:cNvPr>
          <p:cNvSpPr txBox="1">
            <a:spLocks/>
          </p:cNvSpPr>
          <p:nvPr/>
        </p:nvSpPr>
        <p:spPr>
          <a:xfrm>
            <a:off x="7927402" y="6001465"/>
            <a:ext cx="1866304" cy="318558"/>
          </a:xfrm>
          <a:prstGeom prst="rect">
            <a:avLst/>
          </a:prstGeom>
        </p:spPr>
        <p:txBody>
          <a:bodyPr vert="horz" lIns="66682" tIns="33341" rIns="66682" bIns="33341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875" smtClean="0"/>
              <a:pPr/>
              <a:t>‹#›</a:t>
            </a:fld>
            <a:endParaRPr lang="en-US" sz="875"/>
          </a:p>
        </p:txBody>
      </p:sp>
    </p:spTree>
    <p:extLst>
      <p:ext uri="{BB962C8B-B14F-4D97-AF65-F5344CB8AC3E}">
        <p14:creationId xmlns:p14="http://schemas.microsoft.com/office/powerpoint/2010/main" val="3240138345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BA24F-EC2F-4E41-B3DF-54560126B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277" y="1595761"/>
            <a:ext cx="8675370" cy="2662555"/>
          </a:xfrm>
        </p:spPr>
        <p:txBody>
          <a:bodyPr anchor="b"/>
          <a:lstStyle>
            <a:lvl1pPr>
              <a:defRPr sz="4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0BEC9-29C0-4D4C-A134-35765EFF9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6277" y="4283505"/>
            <a:ext cx="8675370" cy="1400175"/>
          </a:xfrm>
        </p:spPr>
        <p:txBody>
          <a:bodyPr/>
          <a:lstStyle>
            <a:lvl1pPr marL="0" indent="0">
              <a:buNone/>
              <a:defRPr sz="1750">
                <a:solidFill>
                  <a:schemeClr val="tx1">
                    <a:tint val="75000"/>
                  </a:schemeClr>
                </a:solidFill>
              </a:defRPr>
            </a:lvl1pPr>
            <a:lvl2pPr marL="333390" indent="0">
              <a:buNone/>
              <a:defRPr sz="1458">
                <a:solidFill>
                  <a:schemeClr val="tx1">
                    <a:tint val="75000"/>
                  </a:schemeClr>
                </a:solidFill>
              </a:defRPr>
            </a:lvl2pPr>
            <a:lvl3pPr marL="666780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3pPr>
            <a:lvl4pPr marL="1000170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4pPr>
            <a:lvl5pPr marL="133355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5pPr>
            <a:lvl6pPr marL="1666950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6pPr>
            <a:lvl7pPr marL="200033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7pPr>
            <a:lvl8pPr marL="233372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8pPr>
            <a:lvl9pPr marL="2667120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black background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70BE14C7-69A7-4A7D-B917-619FEC74DB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18" y="5898352"/>
            <a:ext cx="1208001" cy="502461"/>
          </a:xfrm>
          <a:prstGeom prst="rect">
            <a:avLst/>
          </a:prstGeom>
        </p:spPr>
      </p:pic>
      <p:sp>
        <p:nvSpPr>
          <p:cNvPr id="8" name="Footer Placeholder 4" descr="CenterLine reflex blue, copper logo">
            <a:extLst>
              <a:ext uri="{FF2B5EF4-FFF2-40B4-BE49-F238E27FC236}">
                <a16:creationId xmlns:a16="http://schemas.microsoft.com/office/drawing/2014/main" id="{3DE093D3-7BF2-4FFD-9CCE-9A1C571CF1C7}"/>
              </a:ext>
            </a:extLst>
          </p:cNvPr>
          <p:cNvSpPr txBox="1">
            <a:spLocks/>
          </p:cNvSpPr>
          <p:nvPr/>
        </p:nvSpPr>
        <p:spPr>
          <a:xfrm>
            <a:off x="1637244" y="5989035"/>
            <a:ext cx="2800112" cy="330988"/>
          </a:xfrm>
          <a:prstGeom prst="rect">
            <a:avLst/>
          </a:prstGeom>
        </p:spPr>
        <p:txBody>
          <a:bodyPr vert="horz" lIns="66682" tIns="33341" rIns="66682" bIns="33341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9"/>
              <a:t>© 2022, CenterLine (Windsor) Limited</a:t>
            </a:r>
          </a:p>
        </p:txBody>
      </p:sp>
      <p:sp>
        <p:nvSpPr>
          <p:cNvPr id="9" name="Slide Number Placeholder 26">
            <a:extLst>
              <a:ext uri="{FF2B5EF4-FFF2-40B4-BE49-F238E27FC236}">
                <a16:creationId xmlns:a16="http://schemas.microsoft.com/office/drawing/2014/main" id="{305126C3-F091-4437-8D18-CB4ECDD19A55}"/>
              </a:ext>
            </a:extLst>
          </p:cNvPr>
          <p:cNvSpPr txBox="1">
            <a:spLocks/>
          </p:cNvSpPr>
          <p:nvPr/>
        </p:nvSpPr>
        <p:spPr>
          <a:xfrm>
            <a:off x="7927402" y="6001465"/>
            <a:ext cx="1866304" cy="318558"/>
          </a:xfrm>
          <a:prstGeom prst="rect">
            <a:avLst/>
          </a:prstGeom>
        </p:spPr>
        <p:txBody>
          <a:bodyPr vert="horz" lIns="66682" tIns="33341" rIns="66682" bIns="33341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875" smtClean="0"/>
              <a:pPr/>
              <a:t>‹#›</a:t>
            </a:fld>
            <a:endParaRPr lang="en-US" sz="875"/>
          </a:p>
        </p:txBody>
      </p:sp>
    </p:spTree>
    <p:extLst>
      <p:ext uri="{BB962C8B-B14F-4D97-AF65-F5344CB8AC3E}">
        <p14:creationId xmlns:p14="http://schemas.microsoft.com/office/powerpoint/2010/main" val="260722805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B7D89-217B-4557-BD4C-7F4158024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1A1AD-0DA2-4442-B32D-89DDE62D9D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515" y="1703917"/>
            <a:ext cx="427482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E05774-2A01-4341-9970-4C3EC8B21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92065" y="1703917"/>
            <a:ext cx="427482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A black background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8C723F6B-9BF4-4D20-8783-E6C3D60EA9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18" y="5898352"/>
            <a:ext cx="1208001" cy="502461"/>
          </a:xfrm>
          <a:prstGeom prst="rect">
            <a:avLst/>
          </a:prstGeom>
        </p:spPr>
      </p:pic>
      <p:sp>
        <p:nvSpPr>
          <p:cNvPr id="9" name="Footer Placeholder 4" descr="CenterLine reflex blue, copper logo">
            <a:extLst>
              <a:ext uri="{FF2B5EF4-FFF2-40B4-BE49-F238E27FC236}">
                <a16:creationId xmlns:a16="http://schemas.microsoft.com/office/drawing/2014/main" id="{AD9C7000-3A73-44B7-A7B4-ACA60F8ADCF8}"/>
              </a:ext>
            </a:extLst>
          </p:cNvPr>
          <p:cNvSpPr txBox="1">
            <a:spLocks/>
          </p:cNvSpPr>
          <p:nvPr/>
        </p:nvSpPr>
        <p:spPr>
          <a:xfrm>
            <a:off x="1637244" y="5989035"/>
            <a:ext cx="2800112" cy="330988"/>
          </a:xfrm>
          <a:prstGeom prst="rect">
            <a:avLst/>
          </a:prstGeom>
        </p:spPr>
        <p:txBody>
          <a:bodyPr vert="horz" lIns="66682" tIns="33341" rIns="66682" bIns="33341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9"/>
              <a:t>© 2022, CenterLine (Windsor) Limited</a:t>
            </a:r>
          </a:p>
        </p:txBody>
      </p:sp>
      <p:sp>
        <p:nvSpPr>
          <p:cNvPr id="10" name="Slide Number Placeholder 26">
            <a:extLst>
              <a:ext uri="{FF2B5EF4-FFF2-40B4-BE49-F238E27FC236}">
                <a16:creationId xmlns:a16="http://schemas.microsoft.com/office/drawing/2014/main" id="{A43D5641-23D2-409D-80DC-780634E0DEF1}"/>
              </a:ext>
            </a:extLst>
          </p:cNvPr>
          <p:cNvSpPr txBox="1">
            <a:spLocks/>
          </p:cNvSpPr>
          <p:nvPr/>
        </p:nvSpPr>
        <p:spPr>
          <a:xfrm>
            <a:off x="7927402" y="6001465"/>
            <a:ext cx="1866304" cy="318558"/>
          </a:xfrm>
          <a:prstGeom prst="rect">
            <a:avLst/>
          </a:prstGeom>
        </p:spPr>
        <p:txBody>
          <a:bodyPr vert="horz" lIns="66682" tIns="33341" rIns="66682" bIns="33341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875" smtClean="0"/>
              <a:pPr/>
              <a:t>‹#›</a:t>
            </a:fld>
            <a:endParaRPr lang="en-US" sz="875"/>
          </a:p>
        </p:txBody>
      </p:sp>
    </p:spTree>
    <p:extLst>
      <p:ext uri="{BB962C8B-B14F-4D97-AF65-F5344CB8AC3E}">
        <p14:creationId xmlns:p14="http://schemas.microsoft.com/office/powerpoint/2010/main" val="171040215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901A3-2712-4F03-B05B-9CCBFE293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340788"/>
            <a:ext cx="8675370" cy="12371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BD641-9E7D-4009-80D1-91E6F61BC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826" y="1569087"/>
            <a:ext cx="4255174" cy="768985"/>
          </a:xfrm>
        </p:spPr>
        <p:txBody>
          <a:bodyPr anchor="b"/>
          <a:lstStyle>
            <a:lvl1pPr marL="0" indent="0">
              <a:buNone/>
              <a:defRPr sz="1750" b="1"/>
            </a:lvl1pPr>
            <a:lvl2pPr marL="333390" indent="0">
              <a:buNone/>
              <a:defRPr sz="1458" b="1"/>
            </a:lvl2pPr>
            <a:lvl3pPr marL="666780" indent="0">
              <a:buNone/>
              <a:defRPr sz="1313" b="1"/>
            </a:lvl3pPr>
            <a:lvl4pPr marL="1000170" indent="0">
              <a:buNone/>
              <a:defRPr sz="1167" b="1"/>
            </a:lvl4pPr>
            <a:lvl5pPr marL="1333559" indent="0">
              <a:buNone/>
              <a:defRPr sz="1167" b="1"/>
            </a:lvl5pPr>
            <a:lvl6pPr marL="1666950" indent="0">
              <a:buNone/>
              <a:defRPr sz="1167" b="1"/>
            </a:lvl6pPr>
            <a:lvl7pPr marL="2000339" indent="0">
              <a:buNone/>
              <a:defRPr sz="1167" b="1"/>
            </a:lvl7pPr>
            <a:lvl8pPr marL="2333729" indent="0">
              <a:buNone/>
              <a:defRPr sz="1167" b="1"/>
            </a:lvl8pPr>
            <a:lvl9pPr marL="2667120" indent="0">
              <a:buNone/>
              <a:defRPr sz="11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3D4FCC-7E21-4719-8BA3-D7FF12E59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826" y="2338072"/>
            <a:ext cx="4255174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841F15-9A62-4B1F-AA02-FADC72D08F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92067" y="1569087"/>
            <a:ext cx="4276130" cy="768985"/>
          </a:xfrm>
        </p:spPr>
        <p:txBody>
          <a:bodyPr anchor="b"/>
          <a:lstStyle>
            <a:lvl1pPr marL="0" indent="0">
              <a:buNone/>
              <a:defRPr sz="1750" b="1"/>
            </a:lvl1pPr>
            <a:lvl2pPr marL="333390" indent="0">
              <a:buNone/>
              <a:defRPr sz="1458" b="1"/>
            </a:lvl2pPr>
            <a:lvl3pPr marL="666780" indent="0">
              <a:buNone/>
              <a:defRPr sz="1313" b="1"/>
            </a:lvl3pPr>
            <a:lvl4pPr marL="1000170" indent="0">
              <a:buNone/>
              <a:defRPr sz="1167" b="1"/>
            </a:lvl4pPr>
            <a:lvl5pPr marL="1333559" indent="0">
              <a:buNone/>
              <a:defRPr sz="1167" b="1"/>
            </a:lvl5pPr>
            <a:lvl6pPr marL="1666950" indent="0">
              <a:buNone/>
              <a:defRPr sz="1167" b="1"/>
            </a:lvl6pPr>
            <a:lvl7pPr marL="2000339" indent="0">
              <a:buNone/>
              <a:defRPr sz="1167" b="1"/>
            </a:lvl7pPr>
            <a:lvl8pPr marL="2333729" indent="0">
              <a:buNone/>
              <a:defRPr sz="1167" b="1"/>
            </a:lvl8pPr>
            <a:lvl9pPr marL="2667120" indent="0">
              <a:buNone/>
              <a:defRPr sz="11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7BCF54-2505-4A03-BE42-54721CE6AA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92067" y="2338072"/>
            <a:ext cx="4276130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A black background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9A9F853D-6DAA-463A-B3B9-FAE0C6E780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18" y="5898352"/>
            <a:ext cx="1208001" cy="502461"/>
          </a:xfrm>
          <a:prstGeom prst="rect">
            <a:avLst/>
          </a:prstGeom>
        </p:spPr>
      </p:pic>
      <p:sp>
        <p:nvSpPr>
          <p:cNvPr id="11" name="Footer Placeholder 4" descr="CenterLine reflex blue, copper logo">
            <a:extLst>
              <a:ext uri="{FF2B5EF4-FFF2-40B4-BE49-F238E27FC236}">
                <a16:creationId xmlns:a16="http://schemas.microsoft.com/office/drawing/2014/main" id="{C42DE153-B49D-4203-96A9-E29A655B6C5C}"/>
              </a:ext>
            </a:extLst>
          </p:cNvPr>
          <p:cNvSpPr txBox="1">
            <a:spLocks/>
          </p:cNvSpPr>
          <p:nvPr/>
        </p:nvSpPr>
        <p:spPr>
          <a:xfrm>
            <a:off x="1637244" y="5989035"/>
            <a:ext cx="2800112" cy="330988"/>
          </a:xfrm>
          <a:prstGeom prst="rect">
            <a:avLst/>
          </a:prstGeom>
        </p:spPr>
        <p:txBody>
          <a:bodyPr vert="horz" lIns="66682" tIns="33341" rIns="66682" bIns="33341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9"/>
              <a:t>© 2022, CenterLine (Windsor) Limited</a:t>
            </a:r>
          </a:p>
        </p:txBody>
      </p:sp>
      <p:sp>
        <p:nvSpPr>
          <p:cNvPr id="12" name="Slide Number Placeholder 26">
            <a:extLst>
              <a:ext uri="{FF2B5EF4-FFF2-40B4-BE49-F238E27FC236}">
                <a16:creationId xmlns:a16="http://schemas.microsoft.com/office/drawing/2014/main" id="{7010E937-EDB9-4938-A44F-7DCD20450E57}"/>
              </a:ext>
            </a:extLst>
          </p:cNvPr>
          <p:cNvSpPr txBox="1">
            <a:spLocks/>
          </p:cNvSpPr>
          <p:nvPr/>
        </p:nvSpPr>
        <p:spPr>
          <a:xfrm>
            <a:off x="7927402" y="6001465"/>
            <a:ext cx="1866304" cy="318558"/>
          </a:xfrm>
          <a:prstGeom prst="rect">
            <a:avLst/>
          </a:prstGeom>
        </p:spPr>
        <p:txBody>
          <a:bodyPr vert="horz" lIns="66682" tIns="33341" rIns="66682" bIns="33341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875" smtClean="0"/>
              <a:pPr/>
              <a:t>‹#›</a:t>
            </a:fld>
            <a:endParaRPr lang="en-US" sz="875"/>
          </a:p>
        </p:txBody>
      </p:sp>
    </p:spTree>
    <p:extLst>
      <p:ext uri="{BB962C8B-B14F-4D97-AF65-F5344CB8AC3E}">
        <p14:creationId xmlns:p14="http://schemas.microsoft.com/office/powerpoint/2010/main" val="91443812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E3946-5E0E-4347-A112-1A7A7AEF1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A black background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6CB3AA7F-C00B-4997-B35B-4F8566AC7F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18" y="5898352"/>
            <a:ext cx="1208001" cy="502461"/>
          </a:xfrm>
          <a:prstGeom prst="rect">
            <a:avLst/>
          </a:prstGeom>
        </p:spPr>
      </p:pic>
      <p:sp>
        <p:nvSpPr>
          <p:cNvPr id="7" name="Footer Placeholder 4" descr="CenterLine reflex blue, copper logo">
            <a:extLst>
              <a:ext uri="{FF2B5EF4-FFF2-40B4-BE49-F238E27FC236}">
                <a16:creationId xmlns:a16="http://schemas.microsoft.com/office/drawing/2014/main" id="{2BB77CD4-D685-4EAD-B2EB-34D7EEE1EB70}"/>
              </a:ext>
            </a:extLst>
          </p:cNvPr>
          <p:cNvSpPr txBox="1">
            <a:spLocks/>
          </p:cNvSpPr>
          <p:nvPr/>
        </p:nvSpPr>
        <p:spPr>
          <a:xfrm>
            <a:off x="1637244" y="5989035"/>
            <a:ext cx="2800112" cy="330988"/>
          </a:xfrm>
          <a:prstGeom prst="rect">
            <a:avLst/>
          </a:prstGeom>
        </p:spPr>
        <p:txBody>
          <a:bodyPr vert="horz" lIns="66682" tIns="33341" rIns="66682" bIns="33341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9"/>
              <a:t>© 2022, CenterLine (Windsor) Limited</a:t>
            </a:r>
          </a:p>
        </p:txBody>
      </p:sp>
      <p:sp>
        <p:nvSpPr>
          <p:cNvPr id="8" name="Slide Number Placeholder 26">
            <a:extLst>
              <a:ext uri="{FF2B5EF4-FFF2-40B4-BE49-F238E27FC236}">
                <a16:creationId xmlns:a16="http://schemas.microsoft.com/office/drawing/2014/main" id="{6373C33E-BD07-4878-B8A0-41FDEC897DD6}"/>
              </a:ext>
            </a:extLst>
          </p:cNvPr>
          <p:cNvSpPr txBox="1">
            <a:spLocks/>
          </p:cNvSpPr>
          <p:nvPr/>
        </p:nvSpPr>
        <p:spPr>
          <a:xfrm>
            <a:off x="7927402" y="6001465"/>
            <a:ext cx="1866304" cy="318558"/>
          </a:xfrm>
          <a:prstGeom prst="rect">
            <a:avLst/>
          </a:prstGeom>
        </p:spPr>
        <p:txBody>
          <a:bodyPr vert="horz" lIns="66682" tIns="33341" rIns="66682" bIns="33341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875" smtClean="0"/>
              <a:pPr/>
              <a:t>‹#›</a:t>
            </a:fld>
            <a:endParaRPr lang="en-US" sz="875"/>
          </a:p>
        </p:txBody>
      </p:sp>
    </p:spTree>
    <p:extLst>
      <p:ext uri="{BB962C8B-B14F-4D97-AF65-F5344CB8AC3E}">
        <p14:creationId xmlns:p14="http://schemas.microsoft.com/office/powerpoint/2010/main" val="3966539288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F51D2F8-44C2-4EF1-873C-1243E369C1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18" y="5898352"/>
            <a:ext cx="1208001" cy="502461"/>
          </a:xfrm>
          <a:prstGeom prst="rect">
            <a:avLst/>
          </a:prstGeom>
        </p:spPr>
      </p:pic>
      <p:sp>
        <p:nvSpPr>
          <p:cNvPr id="6" name="Footer Placeholder 4" descr="CenterLine reflex blue, copper logo">
            <a:extLst>
              <a:ext uri="{FF2B5EF4-FFF2-40B4-BE49-F238E27FC236}">
                <a16:creationId xmlns:a16="http://schemas.microsoft.com/office/drawing/2014/main" id="{F792ED99-0BA1-4B9B-8A2A-F7DEEA932E3D}"/>
              </a:ext>
            </a:extLst>
          </p:cNvPr>
          <p:cNvSpPr txBox="1">
            <a:spLocks/>
          </p:cNvSpPr>
          <p:nvPr/>
        </p:nvSpPr>
        <p:spPr>
          <a:xfrm>
            <a:off x="1637244" y="5989035"/>
            <a:ext cx="2800112" cy="330988"/>
          </a:xfrm>
          <a:prstGeom prst="rect">
            <a:avLst/>
          </a:prstGeom>
        </p:spPr>
        <p:txBody>
          <a:bodyPr vert="horz" lIns="66682" tIns="33341" rIns="66682" bIns="33341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9"/>
              <a:t>© 2022, CenterLine (Windsor) Limited</a:t>
            </a:r>
          </a:p>
        </p:txBody>
      </p:sp>
      <p:sp>
        <p:nvSpPr>
          <p:cNvPr id="7" name="Slide Number Placeholder 26">
            <a:extLst>
              <a:ext uri="{FF2B5EF4-FFF2-40B4-BE49-F238E27FC236}">
                <a16:creationId xmlns:a16="http://schemas.microsoft.com/office/drawing/2014/main" id="{FA0488B4-2D32-4252-BB99-B10E02271A0C}"/>
              </a:ext>
            </a:extLst>
          </p:cNvPr>
          <p:cNvSpPr txBox="1">
            <a:spLocks/>
          </p:cNvSpPr>
          <p:nvPr/>
        </p:nvSpPr>
        <p:spPr>
          <a:xfrm>
            <a:off x="7927402" y="6001465"/>
            <a:ext cx="1866304" cy="318558"/>
          </a:xfrm>
          <a:prstGeom prst="rect">
            <a:avLst/>
          </a:prstGeom>
        </p:spPr>
        <p:txBody>
          <a:bodyPr vert="horz" lIns="66682" tIns="33341" rIns="66682" bIns="33341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875" smtClean="0"/>
              <a:pPr/>
              <a:t>‹#›</a:t>
            </a:fld>
            <a:endParaRPr lang="en-US" sz="875"/>
          </a:p>
        </p:txBody>
      </p:sp>
    </p:spTree>
    <p:extLst>
      <p:ext uri="{BB962C8B-B14F-4D97-AF65-F5344CB8AC3E}">
        <p14:creationId xmlns:p14="http://schemas.microsoft.com/office/powerpoint/2010/main" val="340770761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C5EF-FA54-410D-8C02-72885276C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426720"/>
            <a:ext cx="3244096" cy="1493520"/>
          </a:xfrm>
        </p:spPr>
        <p:txBody>
          <a:bodyPr anchor="b"/>
          <a:lstStyle>
            <a:lvl1pPr>
              <a:defRPr sz="23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A4829-4C47-4564-A5A8-F701F4005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6131" y="921603"/>
            <a:ext cx="5092065" cy="4548717"/>
          </a:xfrm>
        </p:spPr>
        <p:txBody>
          <a:bodyPr/>
          <a:lstStyle>
            <a:lvl1pPr>
              <a:defRPr sz="2333"/>
            </a:lvl1pPr>
            <a:lvl2pPr>
              <a:defRPr sz="2042"/>
            </a:lvl2pPr>
            <a:lvl3pPr>
              <a:defRPr sz="1750"/>
            </a:lvl3pPr>
            <a:lvl4pPr>
              <a:defRPr sz="1458"/>
            </a:lvl4pPr>
            <a:lvl5pPr>
              <a:defRPr sz="1458"/>
            </a:lvl5pPr>
            <a:lvl6pPr>
              <a:defRPr sz="1458"/>
            </a:lvl6pPr>
            <a:lvl7pPr>
              <a:defRPr sz="1458"/>
            </a:lvl7pPr>
            <a:lvl8pPr>
              <a:defRPr sz="1458"/>
            </a:lvl8pPr>
            <a:lvl9pPr>
              <a:defRPr sz="145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F0BB24-94BE-43EF-808F-C483721683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825" y="1920240"/>
            <a:ext cx="3244096" cy="3557482"/>
          </a:xfrm>
        </p:spPr>
        <p:txBody>
          <a:bodyPr/>
          <a:lstStyle>
            <a:lvl1pPr marL="0" indent="0">
              <a:buNone/>
              <a:defRPr sz="1167"/>
            </a:lvl1pPr>
            <a:lvl2pPr marL="333390" indent="0">
              <a:buNone/>
              <a:defRPr sz="1021"/>
            </a:lvl2pPr>
            <a:lvl3pPr marL="666780" indent="0">
              <a:buNone/>
              <a:defRPr sz="875"/>
            </a:lvl3pPr>
            <a:lvl4pPr marL="1000170" indent="0">
              <a:buNone/>
              <a:defRPr sz="729"/>
            </a:lvl4pPr>
            <a:lvl5pPr marL="1333559" indent="0">
              <a:buNone/>
              <a:defRPr sz="729"/>
            </a:lvl5pPr>
            <a:lvl6pPr marL="1666950" indent="0">
              <a:buNone/>
              <a:defRPr sz="729"/>
            </a:lvl6pPr>
            <a:lvl7pPr marL="2000339" indent="0">
              <a:buNone/>
              <a:defRPr sz="729"/>
            </a:lvl7pPr>
            <a:lvl8pPr marL="2333729" indent="0">
              <a:buNone/>
              <a:defRPr sz="729"/>
            </a:lvl8pPr>
            <a:lvl9pPr marL="2667120" indent="0">
              <a:buNone/>
              <a:defRPr sz="72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A black background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09D5B7EC-46C0-43AE-924E-4725039C05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18" y="5898352"/>
            <a:ext cx="1208001" cy="502461"/>
          </a:xfrm>
          <a:prstGeom prst="rect">
            <a:avLst/>
          </a:prstGeom>
        </p:spPr>
      </p:pic>
      <p:sp>
        <p:nvSpPr>
          <p:cNvPr id="9" name="Footer Placeholder 4" descr="CenterLine reflex blue, copper logo">
            <a:extLst>
              <a:ext uri="{FF2B5EF4-FFF2-40B4-BE49-F238E27FC236}">
                <a16:creationId xmlns:a16="http://schemas.microsoft.com/office/drawing/2014/main" id="{D9AEF72F-8878-46D6-A69F-45DC1251A3A9}"/>
              </a:ext>
            </a:extLst>
          </p:cNvPr>
          <p:cNvSpPr txBox="1">
            <a:spLocks/>
          </p:cNvSpPr>
          <p:nvPr/>
        </p:nvSpPr>
        <p:spPr>
          <a:xfrm>
            <a:off x="1637244" y="5989035"/>
            <a:ext cx="2800112" cy="330988"/>
          </a:xfrm>
          <a:prstGeom prst="rect">
            <a:avLst/>
          </a:prstGeom>
        </p:spPr>
        <p:txBody>
          <a:bodyPr vert="horz" lIns="66682" tIns="33341" rIns="66682" bIns="33341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9"/>
              <a:t>© 2022, CenterLine (Windsor) Limited</a:t>
            </a:r>
          </a:p>
        </p:txBody>
      </p:sp>
      <p:sp>
        <p:nvSpPr>
          <p:cNvPr id="10" name="Slide Number Placeholder 26">
            <a:extLst>
              <a:ext uri="{FF2B5EF4-FFF2-40B4-BE49-F238E27FC236}">
                <a16:creationId xmlns:a16="http://schemas.microsoft.com/office/drawing/2014/main" id="{D2E63488-A39D-466A-81D7-896CF01D56B5}"/>
              </a:ext>
            </a:extLst>
          </p:cNvPr>
          <p:cNvSpPr txBox="1">
            <a:spLocks/>
          </p:cNvSpPr>
          <p:nvPr/>
        </p:nvSpPr>
        <p:spPr>
          <a:xfrm>
            <a:off x="7927402" y="6001465"/>
            <a:ext cx="1866304" cy="318558"/>
          </a:xfrm>
          <a:prstGeom prst="rect">
            <a:avLst/>
          </a:prstGeom>
        </p:spPr>
        <p:txBody>
          <a:bodyPr vert="horz" lIns="66682" tIns="33341" rIns="66682" bIns="33341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875" smtClean="0"/>
              <a:pPr/>
              <a:t>‹#›</a:t>
            </a:fld>
            <a:endParaRPr lang="en-US" sz="875"/>
          </a:p>
        </p:txBody>
      </p:sp>
    </p:spTree>
    <p:extLst>
      <p:ext uri="{BB962C8B-B14F-4D97-AF65-F5344CB8AC3E}">
        <p14:creationId xmlns:p14="http://schemas.microsoft.com/office/powerpoint/2010/main" val="204135223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D8C1-8FF5-4804-9974-8F51B2F70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426720"/>
            <a:ext cx="3244096" cy="1493520"/>
          </a:xfrm>
        </p:spPr>
        <p:txBody>
          <a:bodyPr anchor="b"/>
          <a:lstStyle>
            <a:lvl1pPr>
              <a:defRPr sz="23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E03584-B852-4FA2-ABD7-C6084F3BC5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76131" y="921603"/>
            <a:ext cx="5092065" cy="4548717"/>
          </a:xfrm>
        </p:spPr>
        <p:txBody>
          <a:bodyPr/>
          <a:lstStyle>
            <a:lvl1pPr marL="0" indent="0">
              <a:buNone/>
              <a:defRPr sz="2333"/>
            </a:lvl1pPr>
            <a:lvl2pPr marL="333390" indent="0">
              <a:buNone/>
              <a:defRPr sz="2042"/>
            </a:lvl2pPr>
            <a:lvl3pPr marL="666780" indent="0">
              <a:buNone/>
              <a:defRPr sz="1750"/>
            </a:lvl3pPr>
            <a:lvl4pPr marL="1000170" indent="0">
              <a:buNone/>
              <a:defRPr sz="1458"/>
            </a:lvl4pPr>
            <a:lvl5pPr marL="1333559" indent="0">
              <a:buNone/>
              <a:defRPr sz="1458"/>
            </a:lvl5pPr>
            <a:lvl6pPr marL="1666950" indent="0">
              <a:buNone/>
              <a:defRPr sz="1458"/>
            </a:lvl6pPr>
            <a:lvl7pPr marL="2000339" indent="0">
              <a:buNone/>
              <a:defRPr sz="1458"/>
            </a:lvl7pPr>
            <a:lvl8pPr marL="2333729" indent="0">
              <a:buNone/>
              <a:defRPr sz="1458"/>
            </a:lvl8pPr>
            <a:lvl9pPr marL="2667120" indent="0">
              <a:buNone/>
              <a:defRPr sz="1458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8F95C4-14ED-40E7-8246-EB8AFC8AF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825" y="1920240"/>
            <a:ext cx="3244096" cy="3557482"/>
          </a:xfrm>
        </p:spPr>
        <p:txBody>
          <a:bodyPr/>
          <a:lstStyle>
            <a:lvl1pPr marL="0" indent="0">
              <a:buNone/>
              <a:defRPr sz="1167"/>
            </a:lvl1pPr>
            <a:lvl2pPr marL="333390" indent="0">
              <a:buNone/>
              <a:defRPr sz="1021"/>
            </a:lvl2pPr>
            <a:lvl3pPr marL="666780" indent="0">
              <a:buNone/>
              <a:defRPr sz="875"/>
            </a:lvl3pPr>
            <a:lvl4pPr marL="1000170" indent="0">
              <a:buNone/>
              <a:defRPr sz="729"/>
            </a:lvl4pPr>
            <a:lvl5pPr marL="1333559" indent="0">
              <a:buNone/>
              <a:defRPr sz="729"/>
            </a:lvl5pPr>
            <a:lvl6pPr marL="1666950" indent="0">
              <a:buNone/>
              <a:defRPr sz="729"/>
            </a:lvl6pPr>
            <a:lvl7pPr marL="2000339" indent="0">
              <a:buNone/>
              <a:defRPr sz="729"/>
            </a:lvl7pPr>
            <a:lvl8pPr marL="2333729" indent="0">
              <a:buNone/>
              <a:defRPr sz="729"/>
            </a:lvl8pPr>
            <a:lvl9pPr marL="2667120" indent="0">
              <a:buNone/>
              <a:defRPr sz="72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A black background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F7A76C92-01A8-4010-AEB6-86FE323BA1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18" y="5898352"/>
            <a:ext cx="1208001" cy="502461"/>
          </a:xfrm>
          <a:prstGeom prst="rect">
            <a:avLst/>
          </a:prstGeom>
        </p:spPr>
      </p:pic>
      <p:sp>
        <p:nvSpPr>
          <p:cNvPr id="9" name="Footer Placeholder 4" descr="CenterLine reflex blue, copper logo">
            <a:extLst>
              <a:ext uri="{FF2B5EF4-FFF2-40B4-BE49-F238E27FC236}">
                <a16:creationId xmlns:a16="http://schemas.microsoft.com/office/drawing/2014/main" id="{E5EA292B-A73E-4FDF-8717-A1D537300880}"/>
              </a:ext>
            </a:extLst>
          </p:cNvPr>
          <p:cNvSpPr txBox="1">
            <a:spLocks/>
          </p:cNvSpPr>
          <p:nvPr/>
        </p:nvSpPr>
        <p:spPr>
          <a:xfrm>
            <a:off x="1637244" y="5989035"/>
            <a:ext cx="2800112" cy="330988"/>
          </a:xfrm>
          <a:prstGeom prst="rect">
            <a:avLst/>
          </a:prstGeom>
        </p:spPr>
        <p:txBody>
          <a:bodyPr vert="horz" lIns="66682" tIns="33341" rIns="66682" bIns="33341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9"/>
              <a:t>© 2022, CenterLine (Windsor) Limited</a:t>
            </a:r>
          </a:p>
        </p:txBody>
      </p:sp>
      <p:sp>
        <p:nvSpPr>
          <p:cNvPr id="10" name="Slide Number Placeholder 26">
            <a:extLst>
              <a:ext uri="{FF2B5EF4-FFF2-40B4-BE49-F238E27FC236}">
                <a16:creationId xmlns:a16="http://schemas.microsoft.com/office/drawing/2014/main" id="{643997CD-1108-4B6E-B763-5C864CBE360F}"/>
              </a:ext>
            </a:extLst>
          </p:cNvPr>
          <p:cNvSpPr txBox="1">
            <a:spLocks/>
          </p:cNvSpPr>
          <p:nvPr/>
        </p:nvSpPr>
        <p:spPr>
          <a:xfrm>
            <a:off x="7927402" y="6001465"/>
            <a:ext cx="1866304" cy="318558"/>
          </a:xfrm>
          <a:prstGeom prst="rect">
            <a:avLst/>
          </a:prstGeom>
        </p:spPr>
        <p:txBody>
          <a:bodyPr vert="horz" lIns="66682" tIns="33341" rIns="66682" bIns="33341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875" smtClean="0"/>
              <a:pPr/>
              <a:t>‹#›</a:t>
            </a:fld>
            <a:endParaRPr lang="en-US" sz="875"/>
          </a:p>
        </p:txBody>
      </p:sp>
    </p:spTree>
    <p:extLst>
      <p:ext uri="{BB962C8B-B14F-4D97-AF65-F5344CB8AC3E}">
        <p14:creationId xmlns:p14="http://schemas.microsoft.com/office/powerpoint/2010/main" val="397057076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0D644-4341-4AD3-8F69-99796D5BE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1C00A-D25D-439F-AA78-32A042093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descr="A black background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1116C91A-9762-4D16-B729-32E447CBBF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18" y="5898352"/>
            <a:ext cx="1208001" cy="502461"/>
          </a:xfrm>
          <a:prstGeom prst="rect">
            <a:avLst/>
          </a:prstGeom>
        </p:spPr>
      </p:pic>
      <p:sp>
        <p:nvSpPr>
          <p:cNvPr id="8" name="Footer Placeholder 4" descr="CenterLine reflex blue, copper logo">
            <a:extLst>
              <a:ext uri="{FF2B5EF4-FFF2-40B4-BE49-F238E27FC236}">
                <a16:creationId xmlns:a16="http://schemas.microsoft.com/office/drawing/2014/main" id="{11E8B919-9A4C-4D2C-A16A-39C249228D77}"/>
              </a:ext>
            </a:extLst>
          </p:cNvPr>
          <p:cNvSpPr txBox="1">
            <a:spLocks/>
          </p:cNvSpPr>
          <p:nvPr/>
        </p:nvSpPr>
        <p:spPr>
          <a:xfrm>
            <a:off x="1637244" y="5989035"/>
            <a:ext cx="2800112" cy="330988"/>
          </a:xfrm>
          <a:prstGeom prst="rect">
            <a:avLst/>
          </a:prstGeom>
        </p:spPr>
        <p:txBody>
          <a:bodyPr vert="horz" lIns="66682" tIns="33341" rIns="66682" bIns="33341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9"/>
              <a:t>© 2022, CenterLine (Windsor) Limited</a:t>
            </a:r>
          </a:p>
        </p:txBody>
      </p:sp>
      <p:sp>
        <p:nvSpPr>
          <p:cNvPr id="9" name="Slide Number Placeholder 26">
            <a:extLst>
              <a:ext uri="{FF2B5EF4-FFF2-40B4-BE49-F238E27FC236}">
                <a16:creationId xmlns:a16="http://schemas.microsoft.com/office/drawing/2014/main" id="{71B9B8B9-C6F7-4B9C-8725-3A69B9C05952}"/>
              </a:ext>
            </a:extLst>
          </p:cNvPr>
          <p:cNvSpPr txBox="1">
            <a:spLocks/>
          </p:cNvSpPr>
          <p:nvPr/>
        </p:nvSpPr>
        <p:spPr>
          <a:xfrm>
            <a:off x="7927402" y="6001465"/>
            <a:ext cx="1866304" cy="318558"/>
          </a:xfrm>
          <a:prstGeom prst="rect">
            <a:avLst/>
          </a:prstGeom>
        </p:spPr>
        <p:txBody>
          <a:bodyPr vert="horz" lIns="66682" tIns="33341" rIns="66682" bIns="33341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875" smtClean="0"/>
              <a:pPr/>
              <a:t>‹#›</a:t>
            </a:fld>
            <a:endParaRPr lang="en-US" sz="875"/>
          </a:p>
        </p:txBody>
      </p:sp>
    </p:spTree>
    <p:extLst>
      <p:ext uri="{BB962C8B-B14F-4D97-AF65-F5344CB8AC3E}">
        <p14:creationId xmlns:p14="http://schemas.microsoft.com/office/powerpoint/2010/main" val="295651802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D327FB-0BB8-47AF-9166-4BD64B0DCB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198044" y="756826"/>
            <a:ext cx="1996853" cy="50083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8510B8-B789-467F-A098-ABDCA27742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1518" y="756826"/>
            <a:ext cx="5874799" cy="50083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descr="A black background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E322283C-E4D8-459A-A1EB-4FC0390117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18" y="5898352"/>
            <a:ext cx="1208001" cy="502461"/>
          </a:xfrm>
          <a:prstGeom prst="rect">
            <a:avLst/>
          </a:prstGeom>
        </p:spPr>
      </p:pic>
      <p:sp>
        <p:nvSpPr>
          <p:cNvPr id="8" name="Footer Placeholder 4" descr="CenterLine reflex blue, copper logo">
            <a:extLst>
              <a:ext uri="{FF2B5EF4-FFF2-40B4-BE49-F238E27FC236}">
                <a16:creationId xmlns:a16="http://schemas.microsoft.com/office/drawing/2014/main" id="{06527293-424B-44FE-A730-C1126DD1E9E1}"/>
              </a:ext>
            </a:extLst>
          </p:cNvPr>
          <p:cNvSpPr txBox="1">
            <a:spLocks/>
          </p:cNvSpPr>
          <p:nvPr/>
        </p:nvSpPr>
        <p:spPr>
          <a:xfrm>
            <a:off x="1637244" y="5989035"/>
            <a:ext cx="2800112" cy="330988"/>
          </a:xfrm>
          <a:prstGeom prst="rect">
            <a:avLst/>
          </a:prstGeom>
        </p:spPr>
        <p:txBody>
          <a:bodyPr vert="horz" lIns="66682" tIns="33341" rIns="66682" bIns="33341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9"/>
              <a:t>© 2022, CenterLine (Windsor) Limited</a:t>
            </a:r>
          </a:p>
        </p:txBody>
      </p:sp>
      <p:sp>
        <p:nvSpPr>
          <p:cNvPr id="9" name="Slide Number Placeholder 26">
            <a:extLst>
              <a:ext uri="{FF2B5EF4-FFF2-40B4-BE49-F238E27FC236}">
                <a16:creationId xmlns:a16="http://schemas.microsoft.com/office/drawing/2014/main" id="{33BD4347-57C1-4525-B113-C999184D536C}"/>
              </a:ext>
            </a:extLst>
          </p:cNvPr>
          <p:cNvSpPr txBox="1">
            <a:spLocks/>
          </p:cNvSpPr>
          <p:nvPr/>
        </p:nvSpPr>
        <p:spPr>
          <a:xfrm>
            <a:off x="7927402" y="6001465"/>
            <a:ext cx="1866304" cy="318558"/>
          </a:xfrm>
          <a:prstGeom prst="rect">
            <a:avLst/>
          </a:prstGeom>
        </p:spPr>
        <p:txBody>
          <a:bodyPr vert="horz" lIns="66682" tIns="33341" rIns="66682" bIns="33341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875" smtClean="0"/>
              <a:pPr/>
              <a:t>‹#›</a:t>
            </a:fld>
            <a:endParaRPr lang="en-US" sz="875"/>
          </a:p>
        </p:txBody>
      </p:sp>
    </p:spTree>
    <p:extLst>
      <p:ext uri="{BB962C8B-B14F-4D97-AF65-F5344CB8AC3E}">
        <p14:creationId xmlns:p14="http://schemas.microsoft.com/office/powerpoint/2010/main" val="3968877431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26904" y="132345"/>
            <a:ext cx="9052560" cy="10668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" y="1493522"/>
            <a:ext cx="4442460" cy="20402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113021" y="1493522"/>
            <a:ext cx="4442460" cy="20402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02920" y="3676021"/>
            <a:ext cx="4442460" cy="20417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3021" y="3676021"/>
            <a:ext cx="4442460" cy="20417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206"/>
          <p:cNvSpPr>
            <a:spLocks noGrp="1"/>
          </p:cNvSpPr>
          <p:nvPr>
            <p:ph type="sldNum" sz="quarter" idx="10"/>
          </p:nvPr>
        </p:nvSpPr>
        <p:spPr>
          <a:xfrm>
            <a:off x="9492714" y="5640629"/>
            <a:ext cx="437396" cy="313764"/>
          </a:xfrm>
          <a:prstGeom prst="rect">
            <a:avLst/>
          </a:prstGeom>
        </p:spPr>
        <p:txBody>
          <a:bodyPr/>
          <a:lstStyle>
            <a:lvl1pPr algn="ctr" eaLnBrk="0" hangingPunct="0">
              <a:spcBef>
                <a:spcPct val="50000"/>
              </a:spcBef>
              <a:buSzPct val="80000"/>
              <a:defRPr sz="972">
                <a:solidFill>
                  <a:srgbClr val="9966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A573B02F-A7D4-422F-9184-87A161E5AADE}" type="slidenum">
              <a:rPr lang="en-CA" smtClean="0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007455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53EBE6-7F71-4D01-9F59-0696BA5B2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799719"/>
            <a:ext cx="8675370" cy="77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90C7B-6592-4FE6-A46A-D8371794D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15" y="1703917"/>
            <a:ext cx="8675370" cy="4061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BAE165-D4C3-47CB-AF99-F3FD7A6D88C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82" y="5852822"/>
            <a:ext cx="4174236" cy="910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1E87DA-6919-4A65-A502-BE04D6CAF45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2000" y="365910"/>
            <a:ext cx="4174236" cy="910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CD0C937-2C0F-4C37-9DF2-7BB7FEE8969D}"/>
              </a:ext>
            </a:extLst>
          </p:cNvPr>
          <p:cNvSpPr txBox="1"/>
          <p:nvPr/>
        </p:nvSpPr>
        <p:spPr>
          <a:xfrm>
            <a:off x="7496655" y="231141"/>
            <a:ext cx="2346867" cy="294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13">
                <a:solidFill>
                  <a:srgbClr val="0053A1"/>
                </a:solidFill>
              </a:rPr>
              <a:t>www.cntrline.com</a:t>
            </a:r>
          </a:p>
        </p:txBody>
      </p:sp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92874396-3305-4B04-BCF8-6CD7E1229A87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61" y="-16101"/>
            <a:ext cx="2221140" cy="847249"/>
          </a:xfrm>
          <a:prstGeom prst="rect">
            <a:avLst/>
          </a:prstGeom>
        </p:spPr>
      </p:pic>
      <p:pic>
        <p:nvPicPr>
          <p:cNvPr id="9" name="Picture 8" descr="A black background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1BD3DB1C-F97B-4336-B865-ADE5BC2A9F2A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18" y="5898352"/>
            <a:ext cx="1208001" cy="502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967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7" r:id="rId10"/>
    <p:sldLayoutId id="2147483848" r:id="rId11"/>
    <p:sldLayoutId id="2147483849" r:id="rId12"/>
    <p:sldLayoutId id="2147483850" r:id="rId13"/>
  </p:sldLayoutIdLst>
  <p:transition spd="med">
    <p:fade/>
  </p:transition>
  <p:hf hdr="0" ftr="0" dt="0"/>
  <p:txStyles>
    <p:titleStyle>
      <a:lvl1pPr algn="l" defTabSz="666780" rtl="0" eaLnBrk="1" latinLnBrk="0" hangingPunct="1">
        <a:lnSpc>
          <a:spcPct val="90000"/>
        </a:lnSpc>
        <a:spcBef>
          <a:spcPct val="0"/>
        </a:spcBef>
        <a:buNone/>
        <a:defRPr sz="2333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6695" indent="-166695" algn="l" defTabSz="666780" rtl="0" eaLnBrk="1" latinLnBrk="0" hangingPunct="1">
        <a:lnSpc>
          <a:spcPct val="90000"/>
        </a:lnSpc>
        <a:spcBef>
          <a:spcPts val="729"/>
        </a:spcBef>
        <a:buFont typeface="Arial" panose="020B0604020202020204" pitchFamily="34" charset="0"/>
        <a:buChar char="•"/>
        <a:defRPr sz="2042" kern="1200">
          <a:solidFill>
            <a:schemeClr val="tx1"/>
          </a:solidFill>
          <a:latin typeface="+mn-lt"/>
          <a:ea typeface="+mn-ea"/>
          <a:cs typeface="+mn-cs"/>
        </a:defRPr>
      </a:lvl1pPr>
      <a:lvl2pPr marL="500085" indent="-166695" algn="l" defTabSz="666780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750" kern="1200">
          <a:solidFill>
            <a:schemeClr val="tx1"/>
          </a:solidFill>
          <a:latin typeface="+mn-lt"/>
          <a:ea typeface="+mn-ea"/>
          <a:cs typeface="+mn-cs"/>
        </a:defRPr>
      </a:lvl2pPr>
      <a:lvl3pPr marL="833474" indent="-166695" algn="l" defTabSz="666780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58" kern="1200">
          <a:solidFill>
            <a:schemeClr val="tx1"/>
          </a:solidFill>
          <a:latin typeface="+mn-lt"/>
          <a:ea typeface="+mn-ea"/>
          <a:cs typeface="+mn-cs"/>
        </a:defRPr>
      </a:lvl3pPr>
      <a:lvl4pPr marL="1166865" indent="-166695" algn="l" defTabSz="666780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313" kern="1200">
          <a:solidFill>
            <a:schemeClr val="tx1"/>
          </a:solidFill>
          <a:latin typeface="+mn-lt"/>
          <a:ea typeface="+mn-ea"/>
          <a:cs typeface="+mn-cs"/>
        </a:defRPr>
      </a:lvl4pPr>
      <a:lvl5pPr marL="1500255" indent="-166695" algn="l" defTabSz="666780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313" kern="1200">
          <a:solidFill>
            <a:schemeClr val="tx1"/>
          </a:solidFill>
          <a:latin typeface="+mn-lt"/>
          <a:ea typeface="+mn-ea"/>
          <a:cs typeface="+mn-cs"/>
        </a:defRPr>
      </a:lvl5pPr>
      <a:lvl6pPr marL="1833644" indent="-166695" algn="l" defTabSz="666780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313" kern="1200">
          <a:solidFill>
            <a:schemeClr val="tx1"/>
          </a:solidFill>
          <a:latin typeface="+mn-lt"/>
          <a:ea typeface="+mn-ea"/>
          <a:cs typeface="+mn-cs"/>
        </a:defRPr>
      </a:lvl6pPr>
      <a:lvl7pPr marL="2167035" indent="-166695" algn="l" defTabSz="666780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313" kern="1200">
          <a:solidFill>
            <a:schemeClr val="tx1"/>
          </a:solidFill>
          <a:latin typeface="+mn-lt"/>
          <a:ea typeface="+mn-ea"/>
          <a:cs typeface="+mn-cs"/>
        </a:defRPr>
      </a:lvl7pPr>
      <a:lvl8pPr marL="2500424" indent="-166695" algn="l" defTabSz="666780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313" kern="1200">
          <a:solidFill>
            <a:schemeClr val="tx1"/>
          </a:solidFill>
          <a:latin typeface="+mn-lt"/>
          <a:ea typeface="+mn-ea"/>
          <a:cs typeface="+mn-cs"/>
        </a:defRPr>
      </a:lvl8pPr>
      <a:lvl9pPr marL="2833814" indent="-166695" algn="l" defTabSz="666780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3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6780" rtl="0" eaLnBrk="1" latinLnBrk="0" hangingPunct="1">
        <a:defRPr sz="1313" kern="1200">
          <a:solidFill>
            <a:schemeClr val="tx1"/>
          </a:solidFill>
          <a:latin typeface="+mn-lt"/>
          <a:ea typeface="+mn-ea"/>
          <a:cs typeface="+mn-cs"/>
        </a:defRPr>
      </a:lvl1pPr>
      <a:lvl2pPr marL="333390" algn="l" defTabSz="666780" rtl="0" eaLnBrk="1" latinLnBrk="0" hangingPunct="1">
        <a:defRPr sz="1313" kern="1200">
          <a:solidFill>
            <a:schemeClr val="tx1"/>
          </a:solidFill>
          <a:latin typeface="+mn-lt"/>
          <a:ea typeface="+mn-ea"/>
          <a:cs typeface="+mn-cs"/>
        </a:defRPr>
      </a:lvl2pPr>
      <a:lvl3pPr marL="666780" algn="l" defTabSz="666780" rtl="0" eaLnBrk="1" latinLnBrk="0" hangingPunct="1">
        <a:defRPr sz="1313" kern="1200">
          <a:solidFill>
            <a:schemeClr val="tx1"/>
          </a:solidFill>
          <a:latin typeface="+mn-lt"/>
          <a:ea typeface="+mn-ea"/>
          <a:cs typeface="+mn-cs"/>
        </a:defRPr>
      </a:lvl3pPr>
      <a:lvl4pPr marL="1000170" algn="l" defTabSz="666780" rtl="0" eaLnBrk="1" latinLnBrk="0" hangingPunct="1">
        <a:defRPr sz="1313" kern="1200">
          <a:solidFill>
            <a:schemeClr val="tx1"/>
          </a:solidFill>
          <a:latin typeface="+mn-lt"/>
          <a:ea typeface="+mn-ea"/>
          <a:cs typeface="+mn-cs"/>
        </a:defRPr>
      </a:lvl4pPr>
      <a:lvl5pPr marL="1333559" algn="l" defTabSz="666780" rtl="0" eaLnBrk="1" latinLnBrk="0" hangingPunct="1">
        <a:defRPr sz="1313" kern="1200">
          <a:solidFill>
            <a:schemeClr val="tx1"/>
          </a:solidFill>
          <a:latin typeface="+mn-lt"/>
          <a:ea typeface="+mn-ea"/>
          <a:cs typeface="+mn-cs"/>
        </a:defRPr>
      </a:lvl5pPr>
      <a:lvl6pPr marL="1666950" algn="l" defTabSz="666780" rtl="0" eaLnBrk="1" latinLnBrk="0" hangingPunct="1">
        <a:defRPr sz="1313" kern="1200">
          <a:solidFill>
            <a:schemeClr val="tx1"/>
          </a:solidFill>
          <a:latin typeface="+mn-lt"/>
          <a:ea typeface="+mn-ea"/>
          <a:cs typeface="+mn-cs"/>
        </a:defRPr>
      </a:lvl6pPr>
      <a:lvl7pPr marL="2000339" algn="l" defTabSz="666780" rtl="0" eaLnBrk="1" latinLnBrk="0" hangingPunct="1">
        <a:defRPr sz="1313" kern="1200">
          <a:solidFill>
            <a:schemeClr val="tx1"/>
          </a:solidFill>
          <a:latin typeface="+mn-lt"/>
          <a:ea typeface="+mn-ea"/>
          <a:cs typeface="+mn-cs"/>
        </a:defRPr>
      </a:lvl7pPr>
      <a:lvl8pPr marL="2333729" algn="l" defTabSz="666780" rtl="0" eaLnBrk="1" latinLnBrk="0" hangingPunct="1">
        <a:defRPr sz="1313" kern="1200">
          <a:solidFill>
            <a:schemeClr val="tx1"/>
          </a:solidFill>
          <a:latin typeface="+mn-lt"/>
          <a:ea typeface="+mn-ea"/>
          <a:cs typeface="+mn-cs"/>
        </a:defRPr>
      </a:lvl8pPr>
      <a:lvl9pPr marL="2667120" algn="l" defTabSz="666780" rtl="0" eaLnBrk="1" latinLnBrk="0" hangingPunct="1">
        <a:defRPr sz="13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4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freepik.com/free-psd/fire-element-illustration_42064068.htm#fromView=search&amp;page=1&amp;position=10&amp;uuid=a8d2a43c-f00e-4a0c-b62d-10325cca31b2" TargetMode="External"/><Relationship Id="rId5" Type="http://schemas.openxmlformats.org/officeDocument/2006/relationships/image" Target="../media/image5.jpeg"/><Relationship Id="rId4" Type="http://schemas.openxmlformats.org/officeDocument/2006/relationships/hyperlink" Target="https://www.freepik.com/free-vector/san-francisco-bridge-concept-illustration_28765804.htm#fromView=search&amp;page=1&amp;position=11&amp;uuid=2853beab-2e5c-4b92-a791-a207ece83c0e" TargetMode="External"/><Relationship Id="rId9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0FEEA9-4316-5B02-0EAF-CAD8D9BB3443}"/>
              </a:ext>
            </a:extLst>
          </p:cNvPr>
          <p:cNvSpPr txBox="1"/>
          <p:nvPr/>
        </p:nvSpPr>
        <p:spPr>
          <a:xfrm>
            <a:off x="1478422" y="2452644"/>
            <a:ext cx="69733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Introduction to Mechanical Design &amp; Fabrication</a:t>
            </a:r>
          </a:p>
        </p:txBody>
      </p:sp>
    </p:spTree>
    <p:extLst>
      <p:ext uri="{BB962C8B-B14F-4D97-AF65-F5344CB8AC3E}">
        <p14:creationId xmlns:p14="http://schemas.microsoft.com/office/powerpoint/2010/main" val="2844895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 descr="Flat international day of education illustration">
            <a:extLst>
              <a:ext uri="{FF2B5EF4-FFF2-40B4-BE49-F238E27FC236}">
                <a16:creationId xmlns:a16="http://schemas.microsoft.com/office/drawing/2014/main" id="{D53BA0EE-1B6B-FB37-85E1-9596191D1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5483" y="3445114"/>
            <a:ext cx="1447353" cy="1447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an francisco bridge concept illustration">
            <a:hlinkClick r:id="rId4"/>
            <a:extLst>
              <a:ext uri="{FF2B5EF4-FFF2-40B4-BE49-F238E27FC236}">
                <a16:creationId xmlns:a16="http://schemas.microsoft.com/office/drawing/2014/main" id="{A34568A0-4F1A-B3BE-854B-B12F38CBB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7455" y="4717932"/>
            <a:ext cx="3265503" cy="1236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Fire  element illustration">
            <a:hlinkClick r:id="rId6"/>
            <a:extLst>
              <a:ext uri="{FF2B5EF4-FFF2-40B4-BE49-F238E27FC236}">
                <a16:creationId xmlns:a16="http://schemas.microsoft.com/office/drawing/2014/main" id="{660D677B-5735-2CA4-CB73-E11C12B6E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81" y="1230229"/>
            <a:ext cx="2486292" cy="2486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ater splash transparent isolated">
            <a:extLst>
              <a:ext uri="{FF2B5EF4-FFF2-40B4-BE49-F238E27FC236}">
                <a16:creationId xmlns:a16="http://schemas.microsoft.com/office/drawing/2014/main" id="{24A607EB-4B7F-2E0F-F87F-FF30F27D0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846" y="3323656"/>
            <a:ext cx="2029632" cy="2318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hite sport car">
            <a:extLst>
              <a:ext uri="{FF2B5EF4-FFF2-40B4-BE49-F238E27FC236}">
                <a16:creationId xmlns:a16="http://schemas.microsoft.com/office/drawing/2014/main" id="{16B5C1C9-A3D7-682B-34EC-1F5250673B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56"/>
          <a:stretch/>
        </p:blipFill>
        <p:spPr bwMode="auto">
          <a:xfrm>
            <a:off x="3624047" y="3638371"/>
            <a:ext cx="2466582" cy="873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9621838" y="5640388"/>
            <a:ext cx="436562" cy="3143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573B02F-A7D4-422F-9184-87A161E5AADE}" type="slidenum">
              <a:rPr lang="en-CA" smtClean="0"/>
              <a:pPr>
                <a:defRPr/>
              </a:pPr>
              <a:t>2</a:t>
            </a:fld>
            <a:endParaRPr lang="en-CA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87BF3A6-7FB1-7AAD-723F-7F3A16BA19AD}"/>
              </a:ext>
            </a:extLst>
          </p:cNvPr>
          <p:cNvSpPr/>
          <p:nvPr/>
        </p:nvSpPr>
        <p:spPr>
          <a:xfrm>
            <a:off x="2580828" y="803305"/>
            <a:ext cx="4563454" cy="141005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Mechanical Engineering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331D7D8-6118-F4DA-4819-D66D5BD5B646}"/>
              </a:ext>
            </a:extLst>
          </p:cNvPr>
          <p:cNvSpPr/>
          <p:nvPr/>
        </p:nvSpPr>
        <p:spPr>
          <a:xfrm>
            <a:off x="333286" y="2555192"/>
            <a:ext cx="1828800" cy="10853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Heat Transfer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2A15647-BB3B-30A2-AAFA-A181639E0A9F}"/>
              </a:ext>
            </a:extLst>
          </p:cNvPr>
          <p:cNvSpPr/>
          <p:nvPr/>
        </p:nvSpPr>
        <p:spPr>
          <a:xfrm>
            <a:off x="1604846" y="3880155"/>
            <a:ext cx="2095144" cy="10853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Fluid Mechanics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E56F573-FE7B-403E-47B9-21C3D8FE6074}"/>
              </a:ext>
            </a:extLst>
          </p:cNvPr>
          <p:cNvSpPr/>
          <p:nvPr/>
        </p:nvSpPr>
        <p:spPr>
          <a:xfrm>
            <a:off x="3766200" y="2553055"/>
            <a:ext cx="2192710" cy="10853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Kinematics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997F41C-7BD4-D737-FEE1-13FB5FA511F6}"/>
              </a:ext>
            </a:extLst>
          </p:cNvPr>
          <p:cNvSpPr/>
          <p:nvPr/>
        </p:nvSpPr>
        <p:spPr>
          <a:xfrm>
            <a:off x="5679387" y="3978065"/>
            <a:ext cx="2192710" cy="10853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Mechanics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C5A1059-F0C4-C581-C3EF-06734AC87E27}"/>
              </a:ext>
            </a:extLst>
          </p:cNvPr>
          <p:cNvSpPr/>
          <p:nvPr/>
        </p:nvSpPr>
        <p:spPr>
          <a:xfrm>
            <a:off x="7429128" y="2553055"/>
            <a:ext cx="2192710" cy="10853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Design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1E7BDC5-97A4-9AE3-B95A-140719C43C62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1247686" y="1508333"/>
            <a:ext cx="1333142" cy="1046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0617825-635D-E526-EAF1-FC818D070165}"/>
              </a:ext>
            </a:extLst>
          </p:cNvPr>
          <p:cNvCxnSpPr>
            <a:stCxn id="4" idx="3"/>
            <a:endCxn id="13" idx="0"/>
          </p:cNvCxnSpPr>
          <p:nvPr/>
        </p:nvCxnSpPr>
        <p:spPr>
          <a:xfrm flipH="1">
            <a:off x="2652418" y="2006863"/>
            <a:ext cx="596712" cy="18732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612CAC1-9DCE-5413-CB8A-547843C0E0BF}"/>
              </a:ext>
            </a:extLst>
          </p:cNvPr>
          <p:cNvCxnSpPr>
            <a:stCxn id="4" idx="4"/>
            <a:endCxn id="14" idx="0"/>
          </p:cNvCxnSpPr>
          <p:nvPr/>
        </p:nvCxnSpPr>
        <p:spPr>
          <a:xfrm>
            <a:off x="4862555" y="2213361"/>
            <a:ext cx="0" cy="339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46E2CCC-AF8C-A60C-8284-4C0A6F627CA7}"/>
              </a:ext>
            </a:extLst>
          </p:cNvPr>
          <p:cNvCxnSpPr>
            <a:stCxn id="4" idx="5"/>
            <a:endCxn id="15" idx="0"/>
          </p:cNvCxnSpPr>
          <p:nvPr/>
        </p:nvCxnSpPr>
        <p:spPr>
          <a:xfrm>
            <a:off x="6475980" y="2006863"/>
            <a:ext cx="299762" cy="19712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04AB003-01FD-22D2-7CFE-766A6CFA1A05}"/>
              </a:ext>
            </a:extLst>
          </p:cNvPr>
          <p:cNvCxnSpPr>
            <a:cxnSpLocks/>
            <a:stCxn id="4" idx="6"/>
            <a:endCxn id="16" idx="0"/>
          </p:cNvCxnSpPr>
          <p:nvPr/>
        </p:nvCxnSpPr>
        <p:spPr>
          <a:xfrm>
            <a:off x="7144282" y="1508333"/>
            <a:ext cx="1381201" cy="1044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8688369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0E2194B-6515-0A39-CE38-3203C43C5E74}"/>
              </a:ext>
            </a:extLst>
          </p:cNvPr>
          <p:cNvSpPr/>
          <p:nvPr/>
        </p:nvSpPr>
        <p:spPr>
          <a:xfrm>
            <a:off x="1466310" y="1788206"/>
            <a:ext cx="2192710" cy="10853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Mechanics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3C1B605-AFE6-C250-9A92-63280B9E3B81}"/>
              </a:ext>
            </a:extLst>
          </p:cNvPr>
          <p:cNvSpPr/>
          <p:nvPr/>
        </p:nvSpPr>
        <p:spPr>
          <a:xfrm>
            <a:off x="6254102" y="1788201"/>
            <a:ext cx="2192710" cy="10853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Design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4C4AB5E-A6DD-01F5-F829-B28375D884A2}"/>
              </a:ext>
            </a:extLst>
          </p:cNvPr>
          <p:cNvSpPr/>
          <p:nvPr/>
        </p:nvSpPr>
        <p:spPr>
          <a:xfrm>
            <a:off x="883772" y="3053696"/>
            <a:ext cx="1577417" cy="655179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Stress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C5FEC6D-D2BB-105D-A05E-AF6B79234EDF}"/>
              </a:ext>
            </a:extLst>
          </p:cNvPr>
          <p:cNvSpPr/>
          <p:nvPr/>
        </p:nvSpPr>
        <p:spPr>
          <a:xfrm>
            <a:off x="2707944" y="3053696"/>
            <a:ext cx="1577417" cy="655179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Bending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988E96-CE38-458E-61B0-7DD87D4180BE}"/>
              </a:ext>
            </a:extLst>
          </p:cNvPr>
          <p:cNvSpPr/>
          <p:nvPr/>
        </p:nvSpPr>
        <p:spPr>
          <a:xfrm>
            <a:off x="883771" y="4069221"/>
            <a:ext cx="1577417" cy="655179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Shear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B7398BF-289B-3D6C-68F3-C335731907CA}"/>
              </a:ext>
            </a:extLst>
          </p:cNvPr>
          <p:cNvSpPr/>
          <p:nvPr/>
        </p:nvSpPr>
        <p:spPr>
          <a:xfrm>
            <a:off x="2707944" y="4069220"/>
            <a:ext cx="1577417" cy="655179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Inertia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BC0983B-7D2D-C41E-BBB1-594F1D42CA74}"/>
              </a:ext>
            </a:extLst>
          </p:cNvPr>
          <p:cNvSpPr/>
          <p:nvPr/>
        </p:nvSpPr>
        <p:spPr>
          <a:xfrm>
            <a:off x="5447588" y="4069220"/>
            <a:ext cx="1751889" cy="655179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Design for Manufacture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F8C3F1C-0EB2-1DE1-14B8-B7C437F67F51}"/>
              </a:ext>
            </a:extLst>
          </p:cNvPr>
          <p:cNvSpPr/>
          <p:nvPr/>
        </p:nvSpPr>
        <p:spPr>
          <a:xfrm>
            <a:off x="7658104" y="4069219"/>
            <a:ext cx="1577417" cy="655179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Design for Assembly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25ED9B7-A905-A8DC-B67E-58938B068135}"/>
              </a:ext>
            </a:extLst>
          </p:cNvPr>
          <p:cNvSpPr/>
          <p:nvPr/>
        </p:nvSpPr>
        <p:spPr>
          <a:xfrm>
            <a:off x="5375305" y="3053693"/>
            <a:ext cx="1888620" cy="655179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Design for Testing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137725A-97DC-CB9C-6466-08746EC048E7}"/>
              </a:ext>
            </a:extLst>
          </p:cNvPr>
          <p:cNvSpPr/>
          <p:nvPr/>
        </p:nvSpPr>
        <p:spPr>
          <a:xfrm>
            <a:off x="7502502" y="3053692"/>
            <a:ext cx="1888620" cy="655179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Design for Improvement</a:t>
            </a:r>
          </a:p>
        </p:txBody>
      </p:sp>
    </p:spTree>
    <p:extLst>
      <p:ext uri="{BB962C8B-B14F-4D97-AF65-F5344CB8AC3E}">
        <p14:creationId xmlns:p14="http://schemas.microsoft.com/office/powerpoint/2010/main" val="1074414335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432B76-B479-9439-2EAB-DC4C0DD9E781}"/>
              </a:ext>
            </a:extLst>
          </p:cNvPr>
          <p:cNvSpPr txBox="1"/>
          <p:nvPr/>
        </p:nvSpPr>
        <p:spPr>
          <a:xfrm>
            <a:off x="273465" y="965675"/>
            <a:ext cx="8896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Intro to Forces, Torques, Stresses</a:t>
            </a:r>
          </a:p>
          <a:p>
            <a:r>
              <a:rPr lang="en-US" sz="1600" dirty="0">
                <a:solidFill>
                  <a:schemeClr val="tx1"/>
                </a:solidFill>
              </a:rPr>
              <a:t>Mechanics</a:t>
            </a:r>
          </a:p>
        </p:txBody>
      </p:sp>
      <p:pic>
        <p:nvPicPr>
          <p:cNvPr id="3080" name="Picture 8" descr="Force and Pressure Chapter 11 Class 8 Notes - MCQ">
            <a:extLst>
              <a:ext uri="{FF2B5EF4-FFF2-40B4-BE49-F238E27FC236}">
                <a16:creationId xmlns:a16="http://schemas.microsoft.com/office/drawing/2014/main" id="{AAFE5DE7-CC2A-02D6-E8E6-95DE155985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73"/>
          <a:stretch/>
        </p:blipFill>
        <p:spPr bwMode="auto">
          <a:xfrm>
            <a:off x="375792" y="1905713"/>
            <a:ext cx="5854091" cy="3650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E2CF583-86F3-E822-E90E-57BBCF17E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9098" y="1079663"/>
            <a:ext cx="2287988" cy="212073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8B79465-9674-C5E4-CD86-939986EEF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271" y="3473566"/>
            <a:ext cx="2945984" cy="196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866989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432B76-B479-9439-2EAB-DC4C0DD9E781}"/>
              </a:ext>
            </a:extLst>
          </p:cNvPr>
          <p:cNvSpPr txBox="1"/>
          <p:nvPr/>
        </p:nvSpPr>
        <p:spPr>
          <a:xfrm>
            <a:off x="273465" y="965675"/>
            <a:ext cx="8896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Intro to Forces, Torques, Stresses</a:t>
            </a:r>
          </a:p>
          <a:p>
            <a:r>
              <a:rPr lang="en-US" sz="1600" dirty="0">
                <a:solidFill>
                  <a:schemeClr val="tx1"/>
                </a:solidFill>
              </a:rPr>
              <a:t>Mechanics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AE335CF-6F35-2241-7AE1-A9C26D77E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183" y="1796672"/>
            <a:ext cx="7834713" cy="368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239086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432B76-B479-9439-2EAB-DC4C0DD9E781}"/>
              </a:ext>
            </a:extLst>
          </p:cNvPr>
          <p:cNvSpPr txBox="1"/>
          <p:nvPr/>
        </p:nvSpPr>
        <p:spPr>
          <a:xfrm>
            <a:off x="273465" y="965675"/>
            <a:ext cx="8896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Intro to Forces, Torques, Stresses</a:t>
            </a:r>
          </a:p>
          <a:p>
            <a:r>
              <a:rPr lang="en-US" sz="1600" dirty="0">
                <a:solidFill>
                  <a:schemeClr val="tx1"/>
                </a:solidFill>
              </a:rPr>
              <a:t>Mechanics</a:t>
            </a:r>
          </a:p>
        </p:txBody>
      </p:sp>
      <p:pic>
        <p:nvPicPr>
          <p:cNvPr id="4098" name="Picture 2" descr="What is stress in strength of materials? What is strain? What is modulus of  elasticity? What are the 3 modulus of elasticity in strength of materials?  What are the connection between stress,">
            <a:extLst>
              <a:ext uri="{FF2B5EF4-FFF2-40B4-BE49-F238E27FC236}">
                <a16:creationId xmlns:a16="http://schemas.microsoft.com/office/drawing/2014/main" id="{5D9BCC00-A6AF-6875-A0D9-9D9BC0415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466" y="2384944"/>
            <a:ext cx="2346768" cy="2281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E7711C-7E69-DB89-1B8A-C478C5E2B9B1}"/>
              </a:ext>
            </a:extLst>
          </p:cNvPr>
          <p:cNvSpPr txBox="1"/>
          <p:nvPr/>
        </p:nvSpPr>
        <p:spPr>
          <a:xfrm>
            <a:off x="273465" y="2837204"/>
            <a:ext cx="1213502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Stress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51273E-EA02-CC45-88E8-5DC52035F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6326" y="1678636"/>
            <a:ext cx="5691498" cy="37943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42555E-8FA6-1EF2-6862-2C45528E79EA}"/>
              </a:ext>
            </a:extLst>
          </p:cNvPr>
          <p:cNvSpPr txBox="1"/>
          <p:nvPr/>
        </p:nvSpPr>
        <p:spPr>
          <a:xfrm>
            <a:off x="2285850" y="3680603"/>
            <a:ext cx="195698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Area = </a:t>
            </a:r>
            <a:r>
              <a:rPr lang="el-GR" sz="1800" dirty="0">
                <a:solidFill>
                  <a:schemeClr val="tx1"/>
                </a:solidFill>
              </a:rPr>
              <a:t>π</a:t>
            </a:r>
            <a:r>
              <a:rPr lang="en-US" sz="1800" dirty="0">
                <a:solidFill>
                  <a:schemeClr val="tx1"/>
                </a:solidFill>
              </a:rPr>
              <a:t>*radius^2</a:t>
            </a:r>
          </a:p>
        </p:txBody>
      </p:sp>
    </p:spTree>
    <p:extLst>
      <p:ext uri="{BB962C8B-B14F-4D97-AF65-F5344CB8AC3E}">
        <p14:creationId xmlns:p14="http://schemas.microsoft.com/office/powerpoint/2010/main" val="777314167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432B76-B479-9439-2EAB-DC4C0DD9E781}"/>
              </a:ext>
            </a:extLst>
          </p:cNvPr>
          <p:cNvSpPr txBox="1"/>
          <p:nvPr/>
        </p:nvSpPr>
        <p:spPr>
          <a:xfrm>
            <a:off x="273465" y="965675"/>
            <a:ext cx="8896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FEA (Finite Element Analysis)</a:t>
            </a:r>
          </a:p>
          <a:p>
            <a:r>
              <a:rPr lang="en-US" sz="1600" dirty="0">
                <a:solidFill>
                  <a:schemeClr val="tx1"/>
                </a:solidFill>
              </a:rPr>
              <a:t>Mechanics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6DFC84-B422-5DAE-105E-5B6AC54C2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32" y="2078780"/>
            <a:ext cx="6091371" cy="33563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773784-8813-C582-29B8-DEB0B1A866A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0621" t="-2182" r="54461" b="2182"/>
          <a:stretch/>
        </p:blipFill>
        <p:spPr>
          <a:xfrm>
            <a:off x="5644497" y="1701640"/>
            <a:ext cx="3832208" cy="37206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3F34A5-A9DB-68D5-0266-59970926EB65}"/>
              </a:ext>
            </a:extLst>
          </p:cNvPr>
          <p:cNvSpPr txBox="1"/>
          <p:nvPr/>
        </p:nvSpPr>
        <p:spPr>
          <a:xfrm>
            <a:off x="4606182" y="1931797"/>
            <a:ext cx="1213502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Stress</a:t>
            </a:r>
          </a:p>
        </p:txBody>
      </p:sp>
    </p:spTree>
    <p:extLst>
      <p:ext uri="{BB962C8B-B14F-4D97-AF65-F5344CB8AC3E}">
        <p14:creationId xmlns:p14="http://schemas.microsoft.com/office/powerpoint/2010/main" val="1279309805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14EF7BA-6618-172C-5DA1-28A6F13D9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56" y="1998870"/>
            <a:ext cx="4762500" cy="2676525"/>
          </a:xfrm>
          <a:prstGeom prst="rect">
            <a:avLst/>
          </a:prstGeom>
        </p:spPr>
      </p:pic>
      <p:pic>
        <p:nvPicPr>
          <p:cNvPr id="2050" name="Picture 2" descr="What is Tolerance Stacking: Analysis ...">
            <a:extLst>
              <a:ext uri="{FF2B5EF4-FFF2-40B4-BE49-F238E27FC236}">
                <a16:creationId xmlns:a16="http://schemas.microsoft.com/office/drawing/2014/main" id="{06D9E893-66A6-4336-FE74-E22EF412E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8730" y="2187500"/>
            <a:ext cx="3812212" cy="2308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E85A902-D3A0-120A-2D60-59A3068918B8}"/>
              </a:ext>
            </a:extLst>
          </p:cNvPr>
          <p:cNvSpPr txBox="1"/>
          <p:nvPr/>
        </p:nvSpPr>
        <p:spPr>
          <a:xfrm>
            <a:off x="273465" y="965675"/>
            <a:ext cx="8896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Tolerances</a:t>
            </a:r>
          </a:p>
          <a:p>
            <a:r>
              <a:rPr lang="en-US" sz="1600" dirty="0">
                <a:solidFill>
                  <a:schemeClr val="tx1"/>
                </a:solidFill>
              </a:rPr>
              <a:t>Design For Manufacture &amp; Assembly</a:t>
            </a:r>
          </a:p>
        </p:txBody>
      </p:sp>
    </p:spTree>
    <p:extLst>
      <p:ext uri="{BB962C8B-B14F-4D97-AF65-F5344CB8AC3E}">
        <p14:creationId xmlns:p14="http://schemas.microsoft.com/office/powerpoint/2010/main" val="3651236446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F3B20-EC8D-1F85-16CC-CD876640F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Fabrication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48EAD0-010B-79ED-9E69-EA68266FC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90" y="1577982"/>
            <a:ext cx="8683569" cy="314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064948"/>
      </p:ext>
    </p:extLst>
  </p:cSld>
  <p:clrMapOvr>
    <a:masterClrMapping/>
  </p:clrMapOvr>
  <p:transition spd="med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OUTPUT_FILE_NAME" val="Corporate Presentation"/>
  <p:tag name="GENSWF_MOVIE_ONCLICK_URL" val="http://"/>
  <p:tag name="GENSWF_MOVIE_PRESENTATION_END_URL" val="http://"/>
</p:tagLst>
</file>

<file path=ppt/theme/theme1.xml><?xml version="1.0" encoding="utf-8"?>
<a:theme xmlns:a="http://schemas.openxmlformats.org/drawingml/2006/main" name="CL_Standard_samp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nterLine 2021 Template_widescreen.potx" id="{EAC1FF5C-B6B4-4C48-818A-3F9FCE137754}" vid="{0257D454-DEEA-4799-8825-A2E8E40A4043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04DAE6E13C1B4DAA587D53F7D802DF" ma:contentTypeVersion="15" ma:contentTypeDescription="Create a new document." ma:contentTypeScope="" ma:versionID="637d5576378b038229b2c5daf2a50479">
  <xsd:schema xmlns:xsd="http://www.w3.org/2001/XMLSchema" xmlns:xs="http://www.w3.org/2001/XMLSchema" xmlns:p="http://schemas.microsoft.com/office/2006/metadata/properties" xmlns:ns3="d3e21f79-2778-4c32-b2d6-55cd1eefd31d" xmlns:ns4="fe02214c-597f-489b-9510-e6024e62810b" targetNamespace="http://schemas.microsoft.com/office/2006/metadata/properties" ma:root="true" ma:fieldsID="177a478bbf7af994eb954dd8a61222aa" ns3:_="" ns4:_="">
    <xsd:import namespace="d3e21f79-2778-4c32-b2d6-55cd1eefd31d"/>
    <xsd:import namespace="fe02214c-597f-489b-9510-e6024e62810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e21f79-2778-4c32-b2d6-55cd1eefd3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02214c-597f-489b-9510-e6024e62810b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3e21f79-2778-4c32-b2d6-55cd1eefd31d" xsi:nil="true"/>
  </documentManagement>
</p:properties>
</file>

<file path=customXml/itemProps1.xml><?xml version="1.0" encoding="utf-8"?>
<ds:datastoreItem xmlns:ds="http://schemas.openxmlformats.org/officeDocument/2006/customXml" ds:itemID="{049536C8-5EE8-4CD7-9604-1EB2A2E3A8BD}">
  <ds:schemaRefs>
    <ds:schemaRef ds:uri="d3e21f79-2778-4c32-b2d6-55cd1eefd31d"/>
    <ds:schemaRef ds:uri="fe02214c-597f-489b-9510-e6024e62810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734AF48-D9CA-40AE-9BBA-4782736E6C0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107209-70C7-4493-9533-FF24679A80A5}">
  <ds:schemaRefs>
    <ds:schemaRef ds:uri="d3e21f79-2778-4c32-b2d6-55cd1eefd31d"/>
    <ds:schemaRef ds:uri="fe02214c-597f-489b-9510-e6024e62810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82</Words>
  <Application>Microsoft Office PowerPoint</Application>
  <PresentationFormat>Custom</PresentationFormat>
  <Paragraphs>33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CL_Standard_sample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Fabrication</vt:lpstr>
    </vt:vector>
  </TitlesOfParts>
  <Company>CenterLine Windsor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CenterLine Corporate Overview - 2011 V7</dc:title>
  <dc:creator>Marc Levesque</dc:creator>
  <cp:lastModifiedBy>John Thibert</cp:lastModifiedBy>
  <cp:revision>3</cp:revision>
  <cp:lastPrinted>2021-10-20T14:46:05Z</cp:lastPrinted>
  <dcterms:created xsi:type="dcterms:W3CDTF">2004-12-07T15:39:25Z</dcterms:created>
  <dcterms:modified xsi:type="dcterms:W3CDTF">2024-09-19T21:22:00Z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0x010100D204DAE6E13C1B4DAA587D53F7D802DF</vt:lpwstr>
  </property>
</Properties>
</file>