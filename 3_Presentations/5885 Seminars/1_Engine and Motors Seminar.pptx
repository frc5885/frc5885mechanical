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8" r:id="rId1"/>
  </p:sldMasterIdLst>
  <p:notesMasterIdLst>
    <p:notesMasterId r:id="rId16"/>
  </p:notesMasterIdLst>
  <p:handoutMasterIdLst>
    <p:handoutMasterId r:id="rId17"/>
  </p:handoutMasterIdLst>
  <p:sldIdLst>
    <p:sldId id="876" r:id="rId2"/>
    <p:sldId id="879" r:id="rId3"/>
    <p:sldId id="880" r:id="rId4"/>
    <p:sldId id="882" r:id="rId5"/>
    <p:sldId id="883" r:id="rId6"/>
    <p:sldId id="884" r:id="rId7"/>
    <p:sldId id="885" r:id="rId8"/>
    <p:sldId id="886" r:id="rId9"/>
    <p:sldId id="887" r:id="rId10"/>
    <p:sldId id="888" r:id="rId11"/>
    <p:sldId id="889" r:id="rId12"/>
    <p:sldId id="890" r:id="rId13"/>
    <p:sldId id="891" r:id="rId14"/>
    <p:sldId id="877" r:id="rId15"/>
  </p:sldIdLst>
  <p:sldSz cx="11379200" cy="6400800"/>
  <p:notesSz cx="7010400" cy="9296400"/>
  <p:custDataLst>
    <p:tags r:id="rId18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200" b="1" kern="1200">
        <a:solidFill>
          <a:schemeClr val="bg1"/>
        </a:solidFill>
        <a:latin typeface="Calibri" pitchFamily="34" charset="0"/>
        <a:ea typeface="+mn-ea"/>
        <a:cs typeface="Arial" charset="0"/>
      </a:defRPr>
    </a:lvl1pPr>
    <a:lvl2pPr marL="457171" algn="l" rtl="0" fontAlgn="base">
      <a:spcBef>
        <a:spcPct val="0"/>
      </a:spcBef>
      <a:spcAft>
        <a:spcPct val="0"/>
      </a:spcAft>
      <a:defRPr sz="3200" b="1" kern="1200">
        <a:solidFill>
          <a:schemeClr val="bg1"/>
        </a:solidFill>
        <a:latin typeface="Calibri" pitchFamily="34" charset="0"/>
        <a:ea typeface="+mn-ea"/>
        <a:cs typeface="Arial" charset="0"/>
      </a:defRPr>
    </a:lvl2pPr>
    <a:lvl3pPr marL="914341" algn="l" rtl="0" fontAlgn="base">
      <a:spcBef>
        <a:spcPct val="0"/>
      </a:spcBef>
      <a:spcAft>
        <a:spcPct val="0"/>
      </a:spcAft>
      <a:defRPr sz="3200" b="1" kern="1200">
        <a:solidFill>
          <a:schemeClr val="bg1"/>
        </a:solidFill>
        <a:latin typeface="Calibri" pitchFamily="34" charset="0"/>
        <a:ea typeface="+mn-ea"/>
        <a:cs typeface="Arial" charset="0"/>
      </a:defRPr>
    </a:lvl3pPr>
    <a:lvl4pPr marL="1371512" algn="l" rtl="0" fontAlgn="base">
      <a:spcBef>
        <a:spcPct val="0"/>
      </a:spcBef>
      <a:spcAft>
        <a:spcPct val="0"/>
      </a:spcAft>
      <a:defRPr sz="3200" b="1" kern="1200">
        <a:solidFill>
          <a:schemeClr val="bg1"/>
        </a:solidFill>
        <a:latin typeface="Calibri" pitchFamily="34" charset="0"/>
        <a:ea typeface="+mn-ea"/>
        <a:cs typeface="Arial" charset="0"/>
      </a:defRPr>
    </a:lvl4pPr>
    <a:lvl5pPr marL="1828682" algn="l" rtl="0" fontAlgn="base">
      <a:spcBef>
        <a:spcPct val="0"/>
      </a:spcBef>
      <a:spcAft>
        <a:spcPct val="0"/>
      </a:spcAft>
      <a:defRPr sz="3200" b="1" kern="1200">
        <a:solidFill>
          <a:schemeClr val="bg1"/>
        </a:solidFill>
        <a:latin typeface="Calibri" pitchFamily="34" charset="0"/>
        <a:ea typeface="+mn-ea"/>
        <a:cs typeface="Arial" charset="0"/>
      </a:defRPr>
    </a:lvl5pPr>
    <a:lvl6pPr marL="2285854" algn="l" defTabSz="914341" rtl="0" eaLnBrk="1" latinLnBrk="0" hangingPunct="1">
      <a:defRPr sz="3200" b="1" kern="1200">
        <a:solidFill>
          <a:schemeClr val="bg1"/>
        </a:solidFill>
        <a:latin typeface="Calibri" pitchFamily="34" charset="0"/>
        <a:ea typeface="+mn-ea"/>
        <a:cs typeface="Arial" charset="0"/>
      </a:defRPr>
    </a:lvl6pPr>
    <a:lvl7pPr marL="2743025" algn="l" defTabSz="914341" rtl="0" eaLnBrk="1" latinLnBrk="0" hangingPunct="1">
      <a:defRPr sz="3200" b="1" kern="1200">
        <a:solidFill>
          <a:schemeClr val="bg1"/>
        </a:solidFill>
        <a:latin typeface="Calibri" pitchFamily="34" charset="0"/>
        <a:ea typeface="+mn-ea"/>
        <a:cs typeface="Arial" charset="0"/>
      </a:defRPr>
    </a:lvl7pPr>
    <a:lvl8pPr marL="3200195" algn="l" defTabSz="914341" rtl="0" eaLnBrk="1" latinLnBrk="0" hangingPunct="1">
      <a:defRPr sz="3200" b="1" kern="1200">
        <a:solidFill>
          <a:schemeClr val="bg1"/>
        </a:solidFill>
        <a:latin typeface="Calibri" pitchFamily="34" charset="0"/>
        <a:ea typeface="+mn-ea"/>
        <a:cs typeface="Arial" charset="0"/>
      </a:defRPr>
    </a:lvl8pPr>
    <a:lvl9pPr marL="3657366" algn="l" defTabSz="914341" rtl="0" eaLnBrk="1" latinLnBrk="0" hangingPunct="1">
      <a:defRPr sz="3200" b="1" kern="1200">
        <a:solidFill>
          <a:schemeClr val="bg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016" userDrawn="1">
          <p15:clr>
            <a:srgbClr val="A4A3A4"/>
          </p15:clr>
        </p15:guide>
        <p15:guide id="2" pos="35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3A1"/>
    <a:srgbClr val="28AEE6"/>
    <a:srgbClr val="0053A0"/>
    <a:srgbClr val="996600"/>
    <a:srgbClr val="FF9900"/>
    <a:srgbClr val="003399"/>
    <a:srgbClr val="66CCFF"/>
    <a:srgbClr val="CC6600"/>
    <a:srgbClr val="00800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1A31BE-1881-42A6-A246-FC85C6B75520}" v="49" dt="2025-05-22T21:28:56.2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5230" autoAdjust="0"/>
  </p:normalViewPr>
  <p:slideViewPr>
    <p:cSldViewPr snapToGrid="0">
      <p:cViewPr varScale="1">
        <p:scale>
          <a:sx n="101" d="100"/>
          <a:sy n="101" d="100"/>
        </p:scale>
        <p:origin x="1248" y="96"/>
      </p:cViewPr>
      <p:guideLst>
        <p:guide orient="horz" pos="2016"/>
        <p:guide pos="358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6" d="100"/>
        <a:sy n="56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-2837" y="-8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Thibert" userId="c181b6691ce37e04" providerId="LiveId" clId="{C51A31BE-1881-42A6-A246-FC85C6B75520}"/>
    <pc:docChg chg="undo custSel addSld delSld modSld">
      <pc:chgData name="John Thibert" userId="c181b6691ce37e04" providerId="LiveId" clId="{C51A31BE-1881-42A6-A246-FC85C6B75520}" dt="2025-05-22T21:29:53.729" v="2544" actId="20577"/>
      <pc:docMkLst>
        <pc:docMk/>
      </pc:docMkLst>
      <pc:sldChg chg="modSp mod">
        <pc:chgData name="John Thibert" userId="c181b6691ce37e04" providerId="LiveId" clId="{C51A31BE-1881-42A6-A246-FC85C6B75520}" dt="2025-05-22T21:29:53.729" v="2544" actId="20577"/>
        <pc:sldMkLst>
          <pc:docMk/>
          <pc:sldMk cId="2924040741" sldId="877"/>
        </pc:sldMkLst>
        <pc:spChg chg="mod">
          <ac:chgData name="John Thibert" userId="c181b6691ce37e04" providerId="LiveId" clId="{C51A31BE-1881-42A6-A246-FC85C6B75520}" dt="2025-05-22T21:29:53.729" v="2544" actId="20577"/>
          <ac:spMkLst>
            <pc:docMk/>
            <pc:sldMk cId="2924040741" sldId="877"/>
            <ac:spMk id="4" creationId="{1B934BFD-7116-44EF-B08A-4CC70F77305D}"/>
          </ac:spMkLst>
        </pc:spChg>
      </pc:sldChg>
      <pc:sldChg chg="delSp modSp mod">
        <pc:chgData name="John Thibert" userId="c181b6691ce37e04" providerId="LiveId" clId="{C51A31BE-1881-42A6-A246-FC85C6B75520}" dt="2025-05-22T18:49:25.598" v="2" actId="1076"/>
        <pc:sldMkLst>
          <pc:docMk/>
          <pc:sldMk cId="3228151840" sldId="886"/>
        </pc:sldMkLst>
        <pc:spChg chg="del">
          <ac:chgData name="John Thibert" userId="c181b6691ce37e04" providerId="LiveId" clId="{C51A31BE-1881-42A6-A246-FC85C6B75520}" dt="2025-05-22T18:49:21.548" v="0" actId="478"/>
          <ac:spMkLst>
            <pc:docMk/>
            <pc:sldMk cId="3228151840" sldId="886"/>
            <ac:spMk id="3" creationId="{8EB856C8-F193-1B77-4C64-BDC829562B1A}"/>
          </ac:spMkLst>
        </pc:spChg>
        <pc:picChg chg="mod">
          <ac:chgData name="John Thibert" userId="c181b6691ce37e04" providerId="LiveId" clId="{C51A31BE-1881-42A6-A246-FC85C6B75520}" dt="2025-05-22T18:49:25.598" v="2" actId="1076"/>
          <ac:picMkLst>
            <pc:docMk/>
            <pc:sldMk cId="3228151840" sldId="886"/>
            <ac:picMk id="6146" creationId="{BD345016-E1E2-EA89-19A6-94F57DEB1D03}"/>
          </ac:picMkLst>
        </pc:picChg>
      </pc:sldChg>
      <pc:sldChg chg="modSp new mod">
        <pc:chgData name="John Thibert" userId="c181b6691ce37e04" providerId="LiveId" clId="{C51A31BE-1881-42A6-A246-FC85C6B75520}" dt="2025-05-22T20:56:41.681" v="860" actId="1036"/>
        <pc:sldMkLst>
          <pc:docMk/>
          <pc:sldMk cId="1461161438" sldId="887"/>
        </pc:sldMkLst>
        <pc:spChg chg="mod">
          <ac:chgData name="John Thibert" userId="c181b6691ce37e04" providerId="LiveId" clId="{C51A31BE-1881-42A6-A246-FC85C6B75520}" dt="2025-05-22T18:50:08.812" v="70" actId="20577"/>
          <ac:spMkLst>
            <pc:docMk/>
            <pc:sldMk cId="1461161438" sldId="887"/>
            <ac:spMk id="2" creationId="{A263E3AA-DAFA-666C-D5B5-8107F361BAED}"/>
          </ac:spMkLst>
        </pc:spChg>
        <pc:spChg chg="mod">
          <ac:chgData name="John Thibert" userId="c181b6691ce37e04" providerId="LiveId" clId="{C51A31BE-1881-42A6-A246-FC85C6B75520}" dt="2025-05-22T20:56:41.681" v="860" actId="1036"/>
          <ac:spMkLst>
            <pc:docMk/>
            <pc:sldMk cId="1461161438" sldId="887"/>
            <ac:spMk id="3" creationId="{EC3FB712-6402-86EE-4F65-17A9C887B4D0}"/>
          </ac:spMkLst>
        </pc:spChg>
      </pc:sldChg>
      <pc:sldChg chg="addSp delSp modSp new mod">
        <pc:chgData name="John Thibert" userId="c181b6691ce37e04" providerId="LiveId" clId="{C51A31BE-1881-42A6-A246-FC85C6B75520}" dt="2025-05-22T21:07:42.817" v="1367" actId="27636"/>
        <pc:sldMkLst>
          <pc:docMk/>
          <pc:sldMk cId="3996250602" sldId="888"/>
        </pc:sldMkLst>
        <pc:spChg chg="mod">
          <ac:chgData name="John Thibert" userId="c181b6691ce37e04" providerId="LiveId" clId="{C51A31BE-1881-42A6-A246-FC85C6B75520}" dt="2025-05-22T20:59:58.445" v="874" actId="20577"/>
          <ac:spMkLst>
            <pc:docMk/>
            <pc:sldMk cId="3996250602" sldId="888"/>
            <ac:spMk id="2" creationId="{1A4C60EF-CE85-FBCC-FD44-8A97D6ED76D4}"/>
          </ac:spMkLst>
        </pc:spChg>
        <pc:spChg chg="mod">
          <ac:chgData name="John Thibert" userId="c181b6691ce37e04" providerId="LiveId" clId="{C51A31BE-1881-42A6-A246-FC85C6B75520}" dt="2025-05-22T21:07:42.817" v="1367" actId="27636"/>
          <ac:spMkLst>
            <pc:docMk/>
            <pc:sldMk cId="3996250602" sldId="888"/>
            <ac:spMk id="3" creationId="{3002E7AA-22D1-F8B5-93D9-4750C2538DDA}"/>
          </ac:spMkLst>
        </pc:spChg>
        <pc:picChg chg="add mod">
          <ac:chgData name="John Thibert" userId="c181b6691ce37e04" providerId="LiveId" clId="{C51A31BE-1881-42A6-A246-FC85C6B75520}" dt="2025-05-22T21:03:44.908" v="893" actId="1076"/>
          <ac:picMkLst>
            <pc:docMk/>
            <pc:sldMk cId="3996250602" sldId="888"/>
            <ac:picMk id="7170" creationId="{838C2139-D444-FD7E-DACA-82936410BCED}"/>
          </ac:picMkLst>
        </pc:picChg>
        <pc:picChg chg="add del mod">
          <ac:chgData name="John Thibert" userId="c181b6691ce37e04" providerId="LiveId" clId="{C51A31BE-1881-42A6-A246-FC85C6B75520}" dt="2025-05-22T21:03:40.838" v="891" actId="478"/>
          <ac:picMkLst>
            <pc:docMk/>
            <pc:sldMk cId="3996250602" sldId="888"/>
            <ac:picMk id="7172" creationId="{EC83BABF-15C8-107C-243D-A56B2E88695C}"/>
          </ac:picMkLst>
        </pc:picChg>
        <pc:picChg chg="add del mod">
          <ac:chgData name="John Thibert" userId="c181b6691ce37e04" providerId="LiveId" clId="{C51A31BE-1881-42A6-A246-FC85C6B75520}" dt="2025-05-22T21:02:54.566" v="881" actId="478"/>
          <ac:picMkLst>
            <pc:docMk/>
            <pc:sldMk cId="3996250602" sldId="888"/>
            <ac:picMk id="7174" creationId="{07BEF343-3F18-F207-5E11-8F76E513A5EA}"/>
          </ac:picMkLst>
        </pc:picChg>
      </pc:sldChg>
      <pc:sldChg chg="add del">
        <pc:chgData name="John Thibert" userId="c181b6691ce37e04" providerId="LiveId" clId="{C51A31BE-1881-42A6-A246-FC85C6B75520}" dt="2025-05-22T21:07:51.107" v="1368" actId="2696"/>
        <pc:sldMkLst>
          <pc:docMk/>
          <pc:sldMk cId="99226605" sldId="889"/>
        </pc:sldMkLst>
      </pc:sldChg>
      <pc:sldChg chg="addSp delSp modSp new mod">
        <pc:chgData name="John Thibert" userId="c181b6691ce37e04" providerId="LiveId" clId="{C51A31BE-1881-42A6-A246-FC85C6B75520}" dt="2025-05-22T21:14:00.986" v="1873" actId="14100"/>
        <pc:sldMkLst>
          <pc:docMk/>
          <pc:sldMk cId="1884063525" sldId="889"/>
        </pc:sldMkLst>
        <pc:spChg chg="mod">
          <ac:chgData name="John Thibert" userId="c181b6691ce37e04" providerId="LiveId" clId="{C51A31BE-1881-42A6-A246-FC85C6B75520}" dt="2025-05-22T21:08:02.702" v="1399" actId="20577"/>
          <ac:spMkLst>
            <pc:docMk/>
            <pc:sldMk cId="1884063525" sldId="889"/>
            <ac:spMk id="2" creationId="{1C830060-46B3-A63A-D818-C2998413B696}"/>
          </ac:spMkLst>
        </pc:spChg>
        <pc:spChg chg="add del mod">
          <ac:chgData name="John Thibert" userId="c181b6691ce37e04" providerId="LiveId" clId="{C51A31BE-1881-42A6-A246-FC85C6B75520}" dt="2025-05-22T21:14:00.986" v="1873" actId="14100"/>
          <ac:spMkLst>
            <pc:docMk/>
            <pc:sldMk cId="1884063525" sldId="889"/>
            <ac:spMk id="3" creationId="{00AB2C7D-5460-008E-02A1-BE44C34663C5}"/>
          </ac:spMkLst>
        </pc:spChg>
        <pc:picChg chg="add mod">
          <ac:chgData name="John Thibert" userId="c181b6691ce37e04" providerId="LiveId" clId="{C51A31BE-1881-42A6-A246-FC85C6B75520}" dt="2025-05-22T21:09:32.183" v="1401"/>
          <ac:picMkLst>
            <pc:docMk/>
            <pc:sldMk cId="1884063525" sldId="889"/>
            <ac:picMk id="8194" creationId="{67E4998B-D99C-BAB9-272D-78E186B28D13}"/>
          </ac:picMkLst>
        </pc:picChg>
        <pc:picChg chg="add mod">
          <ac:chgData name="John Thibert" userId="c181b6691ce37e04" providerId="LiveId" clId="{C51A31BE-1881-42A6-A246-FC85C6B75520}" dt="2025-05-22T21:09:55.679" v="1413" actId="1076"/>
          <ac:picMkLst>
            <pc:docMk/>
            <pc:sldMk cId="1884063525" sldId="889"/>
            <ac:picMk id="8196" creationId="{0DED6FE2-83B0-50E6-6442-F072185A2B9F}"/>
          </ac:picMkLst>
        </pc:picChg>
      </pc:sldChg>
      <pc:sldChg chg="add del">
        <pc:chgData name="John Thibert" userId="c181b6691ce37e04" providerId="LiveId" clId="{C51A31BE-1881-42A6-A246-FC85C6B75520}" dt="2025-05-22T21:14:08.508" v="1875" actId="2696"/>
        <pc:sldMkLst>
          <pc:docMk/>
          <pc:sldMk cId="108104227" sldId="890"/>
        </pc:sldMkLst>
      </pc:sldChg>
      <pc:sldChg chg="addSp delSp modSp new mod">
        <pc:chgData name="John Thibert" userId="c181b6691ce37e04" providerId="LiveId" clId="{C51A31BE-1881-42A6-A246-FC85C6B75520}" dt="2025-05-22T21:26:59.857" v="2427" actId="478"/>
        <pc:sldMkLst>
          <pc:docMk/>
          <pc:sldMk cId="1202593730" sldId="890"/>
        </pc:sldMkLst>
        <pc:spChg chg="mod">
          <ac:chgData name="John Thibert" userId="c181b6691ce37e04" providerId="LiveId" clId="{C51A31BE-1881-42A6-A246-FC85C6B75520}" dt="2025-05-22T21:14:15.189" v="1892" actId="20577"/>
          <ac:spMkLst>
            <pc:docMk/>
            <pc:sldMk cId="1202593730" sldId="890"/>
            <ac:spMk id="2" creationId="{41C6AB7A-11EF-C7F2-6E51-84AC5BD55AD8}"/>
          </ac:spMkLst>
        </pc:spChg>
        <pc:spChg chg="mod">
          <ac:chgData name="John Thibert" userId="c181b6691ce37e04" providerId="LiveId" clId="{C51A31BE-1881-42A6-A246-FC85C6B75520}" dt="2025-05-22T21:25:45.124" v="2413" actId="20577"/>
          <ac:spMkLst>
            <pc:docMk/>
            <pc:sldMk cId="1202593730" sldId="890"/>
            <ac:spMk id="3" creationId="{F4CADB6A-2AC6-DDF0-E338-EE896864850D}"/>
          </ac:spMkLst>
        </pc:spChg>
        <pc:spChg chg="add del mod">
          <ac:chgData name="John Thibert" userId="c181b6691ce37e04" providerId="LiveId" clId="{C51A31BE-1881-42A6-A246-FC85C6B75520}" dt="2025-05-22T21:26:58.660" v="2423" actId="478"/>
          <ac:spMkLst>
            <pc:docMk/>
            <pc:sldMk cId="1202593730" sldId="890"/>
            <ac:spMk id="4" creationId="{E2340A7B-0C83-9BC4-77A6-CFC031C9145A}"/>
          </ac:spMkLst>
        </pc:spChg>
        <pc:spChg chg="add del mod">
          <ac:chgData name="John Thibert" userId="c181b6691ce37e04" providerId="LiveId" clId="{C51A31BE-1881-42A6-A246-FC85C6B75520}" dt="2025-05-22T21:26:59.857" v="2427" actId="478"/>
          <ac:spMkLst>
            <pc:docMk/>
            <pc:sldMk cId="1202593730" sldId="890"/>
            <ac:spMk id="7" creationId="{86D9831E-F2C5-38BC-ABCE-BB5D7BD57E6A}"/>
          </ac:spMkLst>
        </pc:spChg>
        <pc:picChg chg="add del mod">
          <ac:chgData name="John Thibert" userId="c181b6691ce37e04" providerId="LiveId" clId="{C51A31BE-1881-42A6-A246-FC85C6B75520}" dt="2025-05-22T21:26:59.624" v="2426" actId="478"/>
          <ac:picMkLst>
            <pc:docMk/>
            <pc:sldMk cId="1202593730" sldId="890"/>
            <ac:picMk id="9218" creationId="{6D9874A8-1F5C-FBB7-352D-F43CA2923FA3}"/>
          </ac:picMkLst>
        </pc:picChg>
        <pc:cxnChg chg="add del mod">
          <ac:chgData name="John Thibert" userId="c181b6691ce37e04" providerId="LiveId" clId="{C51A31BE-1881-42A6-A246-FC85C6B75520}" dt="2025-05-22T21:26:58.946" v="2424" actId="478"/>
          <ac:cxnSpMkLst>
            <pc:docMk/>
            <pc:sldMk cId="1202593730" sldId="890"/>
            <ac:cxnSpMk id="6" creationId="{398A2DA6-6AC5-300A-FA35-EDEC91CD4C6F}"/>
          </ac:cxnSpMkLst>
        </pc:cxnChg>
        <pc:cxnChg chg="add del mod">
          <ac:chgData name="John Thibert" userId="c181b6691ce37e04" providerId="LiveId" clId="{C51A31BE-1881-42A6-A246-FC85C6B75520}" dt="2025-05-22T21:26:59.857" v="2427" actId="478"/>
          <ac:cxnSpMkLst>
            <pc:docMk/>
            <pc:sldMk cId="1202593730" sldId="890"/>
            <ac:cxnSpMk id="8" creationId="{721F3293-AB44-5908-B27F-1BB5F396E441}"/>
          </ac:cxnSpMkLst>
        </pc:cxnChg>
      </pc:sldChg>
      <pc:sldChg chg="addSp delSp modSp add mod">
        <pc:chgData name="John Thibert" userId="c181b6691ce37e04" providerId="LiveId" clId="{C51A31BE-1881-42A6-A246-FC85C6B75520}" dt="2025-05-22T21:29:12.077" v="2532" actId="1076"/>
        <pc:sldMkLst>
          <pc:docMk/>
          <pc:sldMk cId="274481706" sldId="891"/>
        </pc:sldMkLst>
        <pc:spChg chg="mod">
          <ac:chgData name="John Thibert" userId="c181b6691ce37e04" providerId="LiveId" clId="{C51A31BE-1881-42A6-A246-FC85C6B75520}" dt="2025-05-22T21:29:03.176" v="2529" actId="1076"/>
          <ac:spMkLst>
            <pc:docMk/>
            <pc:sldMk cId="274481706" sldId="891"/>
            <ac:spMk id="2" creationId="{B7255877-4897-5816-3524-1D8C64B89B99}"/>
          </ac:spMkLst>
        </pc:spChg>
        <pc:spChg chg="del mod">
          <ac:chgData name="John Thibert" userId="c181b6691ce37e04" providerId="LiveId" clId="{C51A31BE-1881-42A6-A246-FC85C6B75520}" dt="2025-05-22T21:28:50.896" v="2524" actId="478"/>
          <ac:spMkLst>
            <pc:docMk/>
            <pc:sldMk cId="274481706" sldId="891"/>
            <ac:spMk id="3" creationId="{8A195F32-BB1B-E9AD-A8A2-141827D74E1E}"/>
          </ac:spMkLst>
        </pc:spChg>
        <pc:spChg chg="del">
          <ac:chgData name="John Thibert" userId="c181b6691ce37e04" providerId="LiveId" clId="{C51A31BE-1881-42A6-A246-FC85C6B75520}" dt="2025-05-22T21:26:03.268" v="2417" actId="478"/>
          <ac:spMkLst>
            <pc:docMk/>
            <pc:sldMk cId="274481706" sldId="891"/>
            <ac:spMk id="4" creationId="{C3610A75-A127-5173-D274-668EB1B0D9E6}"/>
          </ac:spMkLst>
        </pc:spChg>
        <pc:spChg chg="del">
          <ac:chgData name="John Thibert" userId="c181b6691ce37e04" providerId="LiveId" clId="{C51A31BE-1881-42A6-A246-FC85C6B75520}" dt="2025-05-22T21:27:03.132" v="2428" actId="478"/>
          <ac:spMkLst>
            <pc:docMk/>
            <pc:sldMk cId="274481706" sldId="891"/>
            <ac:spMk id="7" creationId="{006D9028-46B6-693D-91BB-52FA55D6416F}"/>
          </ac:spMkLst>
        </pc:spChg>
        <pc:spChg chg="add del mod">
          <ac:chgData name="John Thibert" userId="c181b6691ce37e04" providerId="LiveId" clId="{C51A31BE-1881-42A6-A246-FC85C6B75520}" dt="2025-05-22T21:28:56.200" v="2526"/>
          <ac:spMkLst>
            <pc:docMk/>
            <pc:sldMk cId="274481706" sldId="891"/>
            <ac:spMk id="9" creationId="{DE7DAB83-253E-D410-472F-BBB781881B04}"/>
          </ac:spMkLst>
        </pc:spChg>
        <pc:spChg chg="add">
          <ac:chgData name="John Thibert" userId="c181b6691ce37e04" providerId="LiveId" clId="{C51A31BE-1881-42A6-A246-FC85C6B75520}" dt="2025-05-22T21:28:51.882" v="2525"/>
          <ac:spMkLst>
            <pc:docMk/>
            <pc:sldMk cId="274481706" sldId="891"/>
            <ac:spMk id="10" creationId="{B2A7873A-038A-4BEA-63ED-300A195B8436}"/>
          </ac:spMkLst>
        </pc:spChg>
        <pc:picChg chg="add mod">
          <ac:chgData name="John Thibert" userId="c181b6691ce37e04" providerId="LiveId" clId="{C51A31BE-1881-42A6-A246-FC85C6B75520}" dt="2025-05-22T21:29:12.077" v="2532" actId="1076"/>
          <ac:picMkLst>
            <pc:docMk/>
            <pc:sldMk cId="274481706" sldId="891"/>
            <ac:picMk id="11" creationId="{118C5720-F651-D452-1ADB-C27128F79797}"/>
          </ac:picMkLst>
        </pc:picChg>
        <pc:picChg chg="del">
          <ac:chgData name="John Thibert" userId="c181b6691ce37e04" providerId="LiveId" clId="{C51A31BE-1881-42A6-A246-FC85C6B75520}" dt="2025-05-22T21:25:57.231" v="2415" actId="478"/>
          <ac:picMkLst>
            <pc:docMk/>
            <pc:sldMk cId="274481706" sldId="891"/>
            <ac:picMk id="9218" creationId="{F19B31B4-AE42-5DFE-545C-24F584187E08}"/>
          </ac:picMkLst>
        </pc:picChg>
        <pc:cxnChg chg="del mod">
          <ac:chgData name="John Thibert" userId="c181b6691ce37e04" providerId="LiveId" clId="{C51A31BE-1881-42A6-A246-FC85C6B75520}" dt="2025-05-22T21:25:59.954" v="2416" actId="478"/>
          <ac:cxnSpMkLst>
            <pc:docMk/>
            <pc:sldMk cId="274481706" sldId="891"/>
            <ac:cxnSpMk id="6" creationId="{1FD75F76-4FFF-704B-0A58-9B243011665E}"/>
          </ac:cxnSpMkLst>
        </pc:cxnChg>
        <pc:cxnChg chg="del mod">
          <ac:chgData name="John Thibert" userId="c181b6691ce37e04" providerId="LiveId" clId="{C51A31BE-1881-42A6-A246-FC85C6B75520}" dt="2025-05-22T21:25:59.954" v="2416" actId="478"/>
          <ac:cxnSpMkLst>
            <pc:docMk/>
            <pc:sldMk cId="274481706" sldId="891"/>
            <ac:cxnSpMk id="8" creationId="{B70E43CC-4484-80C1-43C8-6D71A037CDB4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1" tIns="46581" rIns="93161" bIns="46581" numCol="1" anchor="t" anchorCtr="0" compatLnSpc="1">
            <a:prstTxWarp prst="textNoShape">
              <a:avLst/>
            </a:prstTxWarp>
          </a:bodyPr>
          <a:lstStyle>
            <a:lvl1pPr algn="l" defTabSz="931726" eaLnBrk="1" hangingPunct="1">
              <a:spcBef>
                <a:spcPct val="0"/>
              </a:spcBef>
              <a:buSzTx/>
              <a:defRPr sz="1300" b="0">
                <a:solidFill>
                  <a:schemeClr val="tx1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3514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1" tIns="46581" rIns="93161" bIns="46581" numCol="1" anchor="t" anchorCtr="0" compatLnSpc="1">
            <a:prstTxWarp prst="textNoShape">
              <a:avLst/>
            </a:prstTxWarp>
          </a:bodyPr>
          <a:lstStyle>
            <a:lvl1pPr algn="r" defTabSz="931726" eaLnBrk="1" hangingPunct="1">
              <a:spcBef>
                <a:spcPct val="0"/>
              </a:spcBef>
              <a:buSzTx/>
              <a:defRPr sz="1300" b="0">
                <a:solidFill>
                  <a:schemeClr val="tx1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9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1" tIns="46581" rIns="93161" bIns="46581" numCol="1" anchor="b" anchorCtr="0" compatLnSpc="1">
            <a:prstTxWarp prst="textNoShape">
              <a:avLst/>
            </a:prstTxWarp>
          </a:bodyPr>
          <a:lstStyle>
            <a:lvl1pPr algn="l" defTabSz="931726" eaLnBrk="1" hangingPunct="1">
              <a:spcBef>
                <a:spcPct val="0"/>
              </a:spcBef>
              <a:buSzTx/>
              <a:defRPr sz="1300" b="0">
                <a:solidFill>
                  <a:schemeClr val="tx1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9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3514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1" tIns="46581" rIns="93161" bIns="46581" numCol="1" anchor="b" anchorCtr="0" compatLnSpc="1">
            <a:prstTxWarp prst="textNoShape">
              <a:avLst/>
            </a:prstTxWarp>
          </a:bodyPr>
          <a:lstStyle>
            <a:lvl1pPr algn="r" defTabSz="931726" eaLnBrk="1" hangingPunct="1">
              <a:spcBef>
                <a:spcPct val="0"/>
              </a:spcBef>
              <a:buSzTx/>
              <a:defRPr sz="1300" b="0">
                <a:solidFill>
                  <a:schemeClr val="tx1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ED99B309-0AE6-4F35-9D5D-359E6E3BB6D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4591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1" tIns="46581" rIns="93161" bIns="46581" numCol="1" anchor="t" anchorCtr="0" compatLnSpc="1">
            <a:prstTxWarp prst="textNoShape">
              <a:avLst/>
            </a:prstTxWarp>
          </a:bodyPr>
          <a:lstStyle>
            <a:lvl1pPr algn="l" defTabSz="931726" eaLnBrk="1" hangingPunct="1">
              <a:spcBef>
                <a:spcPct val="0"/>
              </a:spcBef>
              <a:buSzTx/>
              <a:defRPr sz="1300" b="0">
                <a:solidFill>
                  <a:schemeClr val="tx1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4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1" tIns="46581" rIns="93161" bIns="46581" numCol="1" anchor="t" anchorCtr="0" compatLnSpc="1">
            <a:prstTxWarp prst="textNoShape">
              <a:avLst/>
            </a:prstTxWarp>
          </a:bodyPr>
          <a:lstStyle>
            <a:lvl1pPr algn="r" defTabSz="931726" eaLnBrk="1" hangingPunct="1">
              <a:spcBef>
                <a:spcPct val="0"/>
              </a:spcBef>
              <a:buSzTx/>
              <a:defRPr sz="1300" b="0">
                <a:solidFill>
                  <a:schemeClr val="tx1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60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7988" y="698500"/>
            <a:ext cx="61976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3450" y="4414838"/>
            <a:ext cx="5143500" cy="4183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1" tIns="46581" rIns="93161" bIns="4658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40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1" tIns="46581" rIns="93161" bIns="46581" numCol="1" anchor="b" anchorCtr="0" compatLnSpc="1">
            <a:prstTxWarp prst="textNoShape">
              <a:avLst/>
            </a:prstTxWarp>
          </a:bodyPr>
          <a:lstStyle>
            <a:lvl1pPr algn="l" defTabSz="931726" eaLnBrk="1" hangingPunct="1">
              <a:spcBef>
                <a:spcPct val="0"/>
              </a:spcBef>
              <a:buSzTx/>
              <a:defRPr sz="1300" b="0">
                <a:solidFill>
                  <a:schemeClr val="tx1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40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4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1" tIns="46581" rIns="93161" bIns="46581" numCol="1" anchor="b" anchorCtr="0" compatLnSpc="1">
            <a:prstTxWarp prst="textNoShape">
              <a:avLst/>
            </a:prstTxWarp>
          </a:bodyPr>
          <a:lstStyle>
            <a:lvl1pPr algn="r" defTabSz="931726" eaLnBrk="1" hangingPunct="1">
              <a:spcBef>
                <a:spcPct val="0"/>
              </a:spcBef>
              <a:buSzTx/>
              <a:defRPr sz="1300" b="0">
                <a:solidFill>
                  <a:schemeClr val="tx1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197ADA7B-1FF5-4B6F-897C-36F65255E77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62530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171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341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512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682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5854" algn="l" defTabSz="91434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25" algn="l" defTabSz="91434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95" algn="l" defTabSz="91434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366" algn="l" defTabSz="91434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F33F30-39A3-40D7-94F9-D13323F3CB8D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7600" cy="3486150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7ADA7B-1FF5-4B6F-897C-36F65255E770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70119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7ADA7B-1FF5-4B6F-897C-36F65255E770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85424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7ADA7B-1FF5-4B6F-897C-36F65255E770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89217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7ADA7B-1FF5-4B6F-897C-36F65255E770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154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A1840-C81D-4680-9146-9D0DC6B831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2400" y="1047540"/>
            <a:ext cx="8534400" cy="2228427"/>
          </a:xfrm>
        </p:spPr>
        <p:txBody>
          <a:bodyPr anchor="b"/>
          <a:lstStyle>
            <a:lvl1pPr algn="ctr">
              <a:defRPr sz="4950">
                <a:solidFill>
                  <a:srgbClr val="0053A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3C5001-9753-4536-9D4F-07417677AB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2400" y="3361902"/>
            <a:ext cx="8534400" cy="1545378"/>
          </a:xfrm>
        </p:spPr>
        <p:txBody>
          <a:bodyPr/>
          <a:lstStyle>
            <a:lvl1pPr marL="0" indent="0" algn="ctr">
              <a:buNone/>
              <a:defRPr sz="1980">
                <a:solidFill>
                  <a:srgbClr val="0053A1"/>
                </a:solidFill>
              </a:defRPr>
            </a:lvl1pPr>
            <a:lvl2pPr marL="377181" indent="0" algn="ctr">
              <a:buNone/>
              <a:defRPr sz="1650"/>
            </a:lvl2pPr>
            <a:lvl3pPr marL="754361" indent="0" algn="ctr">
              <a:buNone/>
              <a:defRPr sz="1485"/>
            </a:lvl3pPr>
            <a:lvl4pPr marL="1131542" indent="0" algn="ctr">
              <a:buNone/>
              <a:defRPr sz="1320"/>
            </a:lvl4pPr>
            <a:lvl5pPr marL="1508722" indent="0" algn="ctr">
              <a:buNone/>
              <a:defRPr sz="1320"/>
            </a:lvl5pPr>
            <a:lvl6pPr marL="1885903" indent="0" algn="ctr">
              <a:buNone/>
              <a:defRPr sz="1320"/>
            </a:lvl6pPr>
            <a:lvl7pPr marL="2263083" indent="0" algn="ctr">
              <a:buNone/>
              <a:defRPr sz="1320"/>
            </a:lvl7pPr>
            <a:lvl8pPr marL="2640264" indent="0" algn="ctr">
              <a:buNone/>
              <a:defRPr sz="1320"/>
            </a:lvl8pPr>
            <a:lvl9pPr marL="3017445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440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A1840-C81D-4680-9146-9D0DC6B831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2400" y="1047540"/>
            <a:ext cx="8534400" cy="2228427"/>
          </a:xfrm>
        </p:spPr>
        <p:txBody>
          <a:bodyPr anchor="b"/>
          <a:lstStyle>
            <a:lvl1pPr algn="ctr">
              <a:defRPr sz="49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3C5001-9753-4536-9D4F-07417677AB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2400" y="3361902"/>
            <a:ext cx="8534400" cy="1545378"/>
          </a:xfrm>
        </p:spPr>
        <p:txBody>
          <a:bodyPr/>
          <a:lstStyle>
            <a:lvl1pPr marL="0" indent="0" algn="ctr">
              <a:buNone/>
              <a:defRPr sz="1980"/>
            </a:lvl1pPr>
            <a:lvl2pPr marL="377181" indent="0" algn="ctr">
              <a:buNone/>
              <a:defRPr sz="1650"/>
            </a:lvl2pPr>
            <a:lvl3pPr marL="754361" indent="0" algn="ctr">
              <a:buNone/>
              <a:defRPr sz="1485"/>
            </a:lvl3pPr>
            <a:lvl4pPr marL="1131542" indent="0" algn="ctr">
              <a:buNone/>
              <a:defRPr sz="1320"/>
            </a:lvl4pPr>
            <a:lvl5pPr marL="1508722" indent="0" algn="ctr">
              <a:buNone/>
              <a:defRPr sz="1320"/>
            </a:lvl5pPr>
            <a:lvl6pPr marL="1885903" indent="0" algn="ctr">
              <a:buNone/>
              <a:defRPr sz="1320"/>
            </a:lvl6pPr>
            <a:lvl7pPr marL="2263083" indent="0" algn="ctr">
              <a:buNone/>
              <a:defRPr sz="1320"/>
            </a:lvl7pPr>
            <a:lvl8pPr marL="2640264" indent="0" algn="ctr">
              <a:buNone/>
              <a:defRPr sz="1320"/>
            </a:lvl8pPr>
            <a:lvl9pPr marL="3017445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6" name="Slide Number Placeholder 26">
            <a:extLst>
              <a:ext uri="{FF2B5EF4-FFF2-40B4-BE49-F238E27FC236}">
                <a16:creationId xmlns:a16="http://schemas.microsoft.com/office/drawing/2014/main" id="{490BFD5B-562D-42E7-A2D2-5A0797FE3E85}"/>
              </a:ext>
            </a:extLst>
          </p:cNvPr>
          <p:cNvSpPr txBox="1">
            <a:spLocks/>
          </p:cNvSpPr>
          <p:nvPr/>
        </p:nvSpPr>
        <p:spPr>
          <a:xfrm>
            <a:off x="8968374" y="6001465"/>
            <a:ext cx="2111374" cy="318558"/>
          </a:xfrm>
          <a:prstGeom prst="rect">
            <a:avLst/>
          </a:prstGeom>
        </p:spPr>
        <p:txBody>
          <a:bodyPr vert="horz" lIns="75438" tIns="37719" rIns="75438" bIns="37719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3CDEBC-7537-4202-856D-D7ABCF6CAD66}" type="slidenum">
              <a:rPr lang="en-US" sz="1100" smtClean="0">
                <a:solidFill>
                  <a:schemeClr val="bg1"/>
                </a:solidFill>
              </a:rPr>
              <a:pPr/>
              <a:t>‹#›</a:t>
            </a:fld>
            <a:endParaRPr lang="en-US" sz="99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2157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7589F-3474-4F64-986C-3E6A333B0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AA06F-3EAB-4608-8F88-AB077C25E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26">
            <a:extLst>
              <a:ext uri="{FF2B5EF4-FFF2-40B4-BE49-F238E27FC236}">
                <a16:creationId xmlns:a16="http://schemas.microsoft.com/office/drawing/2014/main" id="{4BFEB779-D7ED-4BA3-A8AB-633BC16A8EBD}"/>
              </a:ext>
            </a:extLst>
          </p:cNvPr>
          <p:cNvSpPr txBox="1">
            <a:spLocks/>
          </p:cNvSpPr>
          <p:nvPr/>
        </p:nvSpPr>
        <p:spPr>
          <a:xfrm>
            <a:off x="8968374" y="6001465"/>
            <a:ext cx="2111374" cy="318558"/>
          </a:xfrm>
          <a:prstGeom prst="rect">
            <a:avLst/>
          </a:prstGeom>
        </p:spPr>
        <p:txBody>
          <a:bodyPr vert="horz" lIns="75438" tIns="37719" rIns="75438" bIns="37719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3CDEBC-7537-4202-856D-D7ABCF6CAD66}" type="slidenum">
              <a:rPr lang="en-US" sz="990" smtClean="0"/>
              <a:pPr/>
              <a:t>‹#›</a:t>
            </a:fld>
            <a:endParaRPr lang="en-US" sz="990" dirty="0"/>
          </a:p>
        </p:txBody>
      </p:sp>
    </p:spTree>
    <p:extLst>
      <p:ext uri="{BB962C8B-B14F-4D97-AF65-F5344CB8AC3E}">
        <p14:creationId xmlns:p14="http://schemas.microsoft.com/office/powerpoint/2010/main" val="308208430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BA24F-EC2F-4E41-B3DF-54560126B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394" y="1595760"/>
            <a:ext cx="9814560" cy="2662555"/>
          </a:xfrm>
        </p:spPr>
        <p:txBody>
          <a:bodyPr anchor="b"/>
          <a:lstStyle>
            <a:lvl1pPr>
              <a:defRPr sz="49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50BEC9-29C0-4D4C-A134-35765EFF98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6394" y="4283504"/>
            <a:ext cx="9814560" cy="1400175"/>
          </a:xfrm>
        </p:spPr>
        <p:txBody>
          <a:bodyPr/>
          <a:lstStyle>
            <a:lvl1pPr marL="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1pPr>
            <a:lvl2pPr marL="377181" indent="0">
              <a:buNone/>
              <a:defRPr sz="1650">
                <a:solidFill>
                  <a:schemeClr val="tx1">
                    <a:tint val="75000"/>
                  </a:schemeClr>
                </a:solidFill>
              </a:defRPr>
            </a:lvl2pPr>
            <a:lvl3pPr marL="754361" indent="0">
              <a:buNone/>
              <a:defRPr sz="1485">
                <a:solidFill>
                  <a:schemeClr val="tx1">
                    <a:tint val="75000"/>
                  </a:schemeClr>
                </a:solidFill>
              </a:defRPr>
            </a:lvl3pPr>
            <a:lvl4pPr marL="1131542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4pPr>
            <a:lvl5pPr marL="1508722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5pPr>
            <a:lvl6pPr marL="1885903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6pPr>
            <a:lvl7pPr marL="2263083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7pPr>
            <a:lvl8pPr marL="2640264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8pPr>
            <a:lvl9pPr marL="3017445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26">
            <a:extLst>
              <a:ext uri="{FF2B5EF4-FFF2-40B4-BE49-F238E27FC236}">
                <a16:creationId xmlns:a16="http://schemas.microsoft.com/office/drawing/2014/main" id="{305126C3-F091-4437-8D18-CB4ECDD19A55}"/>
              </a:ext>
            </a:extLst>
          </p:cNvPr>
          <p:cNvSpPr txBox="1">
            <a:spLocks/>
          </p:cNvSpPr>
          <p:nvPr/>
        </p:nvSpPr>
        <p:spPr>
          <a:xfrm>
            <a:off x="8968374" y="6001465"/>
            <a:ext cx="2111374" cy="318558"/>
          </a:xfrm>
          <a:prstGeom prst="rect">
            <a:avLst/>
          </a:prstGeom>
        </p:spPr>
        <p:txBody>
          <a:bodyPr vert="horz" lIns="75438" tIns="37719" rIns="75438" bIns="37719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3CDEBC-7537-4202-856D-D7ABCF6CAD66}" type="slidenum">
              <a:rPr lang="en-US" sz="990" smtClean="0"/>
              <a:pPr/>
              <a:t>‹#›</a:t>
            </a:fld>
            <a:endParaRPr lang="en-US" sz="990" dirty="0"/>
          </a:p>
        </p:txBody>
      </p:sp>
    </p:spTree>
    <p:extLst>
      <p:ext uri="{BB962C8B-B14F-4D97-AF65-F5344CB8AC3E}">
        <p14:creationId xmlns:p14="http://schemas.microsoft.com/office/powerpoint/2010/main" val="3390531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B7D89-217B-4557-BD4C-7F4158024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1A1AD-0DA2-4442-B32D-89DDE62D9D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82320" y="1703917"/>
            <a:ext cx="4836160" cy="406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E05774-2A01-4341-9970-4C3EC8B218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0720" y="1703917"/>
            <a:ext cx="4836160" cy="406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26">
            <a:extLst>
              <a:ext uri="{FF2B5EF4-FFF2-40B4-BE49-F238E27FC236}">
                <a16:creationId xmlns:a16="http://schemas.microsoft.com/office/drawing/2014/main" id="{A43D5641-23D2-409D-80DC-780634E0DEF1}"/>
              </a:ext>
            </a:extLst>
          </p:cNvPr>
          <p:cNvSpPr txBox="1">
            <a:spLocks/>
          </p:cNvSpPr>
          <p:nvPr/>
        </p:nvSpPr>
        <p:spPr>
          <a:xfrm>
            <a:off x="8968374" y="6001465"/>
            <a:ext cx="2111374" cy="318558"/>
          </a:xfrm>
          <a:prstGeom prst="rect">
            <a:avLst/>
          </a:prstGeom>
        </p:spPr>
        <p:txBody>
          <a:bodyPr vert="horz" lIns="75438" tIns="37719" rIns="75438" bIns="37719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3CDEBC-7537-4202-856D-D7ABCF6CAD66}" type="slidenum">
              <a:rPr lang="en-US" sz="990" smtClean="0"/>
              <a:pPr/>
              <a:t>‹#›</a:t>
            </a:fld>
            <a:endParaRPr lang="en-US" sz="990" dirty="0"/>
          </a:p>
        </p:txBody>
      </p:sp>
    </p:spTree>
    <p:extLst>
      <p:ext uri="{BB962C8B-B14F-4D97-AF65-F5344CB8AC3E}">
        <p14:creationId xmlns:p14="http://schemas.microsoft.com/office/powerpoint/2010/main" val="3731484671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901A3-2712-4F03-B05B-9CCBFE293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802" y="340788"/>
            <a:ext cx="9814560" cy="12371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BD641-9E7D-4009-80D1-91E6F61BC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3803" y="1569086"/>
            <a:ext cx="4813934" cy="768985"/>
          </a:xfrm>
        </p:spPr>
        <p:txBody>
          <a:bodyPr anchor="b"/>
          <a:lstStyle>
            <a:lvl1pPr marL="0" indent="0">
              <a:buNone/>
              <a:defRPr sz="1980" b="1"/>
            </a:lvl1pPr>
            <a:lvl2pPr marL="377181" indent="0">
              <a:buNone/>
              <a:defRPr sz="1650" b="1"/>
            </a:lvl2pPr>
            <a:lvl3pPr marL="754361" indent="0">
              <a:buNone/>
              <a:defRPr sz="1485" b="1"/>
            </a:lvl3pPr>
            <a:lvl4pPr marL="1131542" indent="0">
              <a:buNone/>
              <a:defRPr sz="1320" b="1"/>
            </a:lvl4pPr>
            <a:lvl5pPr marL="1508722" indent="0">
              <a:buNone/>
              <a:defRPr sz="1320" b="1"/>
            </a:lvl5pPr>
            <a:lvl6pPr marL="1885903" indent="0">
              <a:buNone/>
              <a:defRPr sz="1320" b="1"/>
            </a:lvl6pPr>
            <a:lvl7pPr marL="2263083" indent="0">
              <a:buNone/>
              <a:defRPr sz="1320" b="1"/>
            </a:lvl7pPr>
            <a:lvl8pPr marL="2640264" indent="0">
              <a:buNone/>
              <a:defRPr sz="1320" b="1"/>
            </a:lvl8pPr>
            <a:lvl9pPr marL="3017445" indent="0">
              <a:buNone/>
              <a:defRPr sz="1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3D4FCC-7E21-4719-8BA3-D7FF12E590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3803" y="2338071"/>
            <a:ext cx="4813934" cy="3438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841F15-9A62-4B1F-AA02-FADC72D08F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60722" y="1569086"/>
            <a:ext cx="4837642" cy="768985"/>
          </a:xfrm>
        </p:spPr>
        <p:txBody>
          <a:bodyPr anchor="b"/>
          <a:lstStyle>
            <a:lvl1pPr marL="0" indent="0">
              <a:buNone/>
              <a:defRPr sz="1980" b="1"/>
            </a:lvl1pPr>
            <a:lvl2pPr marL="377181" indent="0">
              <a:buNone/>
              <a:defRPr sz="1650" b="1"/>
            </a:lvl2pPr>
            <a:lvl3pPr marL="754361" indent="0">
              <a:buNone/>
              <a:defRPr sz="1485" b="1"/>
            </a:lvl3pPr>
            <a:lvl4pPr marL="1131542" indent="0">
              <a:buNone/>
              <a:defRPr sz="1320" b="1"/>
            </a:lvl4pPr>
            <a:lvl5pPr marL="1508722" indent="0">
              <a:buNone/>
              <a:defRPr sz="1320" b="1"/>
            </a:lvl5pPr>
            <a:lvl6pPr marL="1885903" indent="0">
              <a:buNone/>
              <a:defRPr sz="1320" b="1"/>
            </a:lvl6pPr>
            <a:lvl7pPr marL="2263083" indent="0">
              <a:buNone/>
              <a:defRPr sz="1320" b="1"/>
            </a:lvl7pPr>
            <a:lvl8pPr marL="2640264" indent="0">
              <a:buNone/>
              <a:defRPr sz="1320" b="1"/>
            </a:lvl8pPr>
            <a:lvl9pPr marL="3017445" indent="0">
              <a:buNone/>
              <a:defRPr sz="1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7BCF54-2505-4A03-BE42-54721CE6AA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60722" y="2338071"/>
            <a:ext cx="4837642" cy="3438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Slide Number Placeholder 26">
            <a:extLst>
              <a:ext uri="{FF2B5EF4-FFF2-40B4-BE49-F238E27FC236}">
                <a16:creationId xmlns:a16="http://schemas.microsoft.com/office/drawing/2014/main" id="{7010E937-EDB9-4938-A44F-7DCD20450E57}"/>
              </a:ext>
            </a:extLst>
          </p:cNvPr>
          <p:cNvSpPr txBox="1">
            <a:spLocks/>
          </p:cNvSpPr>
          <p:nvPr/>
        </p:nvSpPr>
        <p:spPr>
          <a:xfrm>
            <a:off x="8968374" y="6001465"/>
            <a:ext cx="2111374" cy="318558"/>
          </a:xfrm>
          <a:prstGeom prst="rect">
            <a:avLst/>
          </a:prstGeom>
        </p:spPr>
        <p:txBody>
          <a:bodyPr vert="horz" lIns="75438" tIns="37719" rIns="75438" bIns="37719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3CDEBC-7537-4202-856D-D7ABCF6CAD66}" type="slidenum">
              <a:rPr lang="en-US" sz="990" smtClean="0"/>
              <a:pPr/>
              <a:t>‹#›</a:t>
            </a:fld>
            <a:endParaRPr lang="en-US" sz="990" dirty="0"/>
          </a:p>
        </p:txBody>
      </p:sp>
    </p:spTree>
    <p:extLst>
      <p:ext uri="{BB962C8B-B14F-4D97-AF65-F5344CB8AC3E}">
        <p14:creationId xmlns:p14="http://schemas.microsoft.com/office/powerpoint/2010/main" val="3985666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E3946-5E0E-4347-A112-1A7A7AEF1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Slide Number Placeholder 26">
            <a:extLst>
              <a:ext uri="{FF2B5EF4-FFF2-40B4-BE49-F238E27FC236}">
                <a16:creationId xmlns:a16="http://schemas.microsoft.com/office/drawing/2014/main" id="{6373C33E-BD07-4878-B8A0-41FDEC897DD6}"/>
              </a:ext>
            </a:extLst>
          </p:cNvPr>
          <p:cNvSpPr txBox="1">
            <a:spLocks/>
          </p:cNvSpPr>
          <p:nvPr/>
        </p:nvSpPr>
        <p:spPr>
          <a:xfrm>
            <a:off x="8968374" y="6001465"/>
            <a:ext cx="2111374" cy="318558"/>
          </a:xfrm>
          <a:prstGeom prst="rect">
            <a:avLst/>
          </a:prstGeom>
        </p:spPr>
        <p:txBody>
          <a:bodyPr vert="horz" lIns="75438" tIns="37719" rIns="75438" bIns="37719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3CDEBC-7537-4202-856D-D7ABCF6CAD66}" type="slidenum">
              <a:rPr lang="en-US" sz="990" smtClean="0"/>
              <a:pPr/>
              <a:t>‹#›</a:t>
            </a:fld>
            <a:endParaRPr lang="en-US" sz="990" dirty="0"/>
          </a:p>
        </p:txBody>
      </p:sp>
    </p:spTree>
    <p:extLst>
      <p:ext uri="{BB962C8B-B14F-4D97-AF65-F5344CB8AC3E}">
        <p14:creationId xmlns:p14="http://schemas.microsoft.com/office/powerpoint/2010/main" val="2233483712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26">
            <a:extLst>
              <a:ext uri="{FF2B5EF4-FFF2-40B4-BE49-F238E27FC236}">
                <a16:creationId xmlns:a16="http://schemas.microsoft.com/office/drawing/2014/main" id="{FA0488B4-2D32-4252-BB99-B10E02271A0C}"/>
              </a:ext>
            </a:extLst>
          </p:cNvPr>
          <p:cNvSpPr txBox="1">
            <a:spLocks/>
          </p:cNvSpPr>
          <p:nvPr/>
        </p:nvSpPr>
        <p:spPr>
          <a:xfrm>
            <a:off x="8968374" y="6001465"/>
            <a:ext cx="2111374" cy="318558"/>
          </a:xfrm>
          <a:prstGeom prst="rect">
            <a:avLst/>
          </a:prstGeom>
        </p:spPr>
        <p:txBody>
          <a:bodyPr vert="horz" lIns="75438" tIns="37719" rIns="75438" bIns="37719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3CDEBC-7537-4202-856D-D7ABCF6CAD66}" type="slidenum">
              <a:rPr lang="en-US" sz="990" smtClean="0"/>
              <a:pPr/>
              <a:t>‹#›</a:t>
            </a:fld>
            <a:endParaRPr lang="en-US" sz="990" dirty="0"/>
          </a:p>
        </p:txBody>
      </p:sp>
    </p:spTree>
    <p:extLst>
      <p:ext uri="{BB962C8B-B14F-4D97-AF65-F5344CB8AC3E}">
        <p14:creationId xmlns:p14="http://schemas.microsoft.com/office/powerpoint/2010/main" val="119639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4C5EF-FA54-410D-8C02-72885276C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802" y="426720"/>
            <a:ext cx="3670088" cy="1493520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A4829-4C47-4564-A5A8-F701F4005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7643" y="921602"/>
            <a:ext cx="5760720" cy="4548717"/>
          </a:xfrm>
        </p:spPr>
        <p:txBody>
          <a:bodyPr/>
          <a:lstStyle>
            <a:lvl1pPr>
              <a:defRPr sz="2640"/>
            </a:lvl1pPr>
            <a:lvl2pPr>
              <a:defRPr sz="2310"/>
            </a:lvl2pPr>
            <a:lvl3pPr>
              <a:defRPr sz="1980"/>
            </a:lvl3pPr>
            <a:lvl4pPr>
              <a:defRPr sz="1650"/>
            </a:lvl4pPr>
            <a:lvl5pPr>
              <a:defRPr sz="1650"/>
            </a:lvl5pPr>
            <a:lvl6pPr>
              <a:defRPr sz="1650"/>
            </a:lvl6pPr>
            <a:lvl7pPr>
              <a:defRPr sz="1650"/>
            </a:lvl7pPr>
            <a:lvl8pPr>
              <a:defRPr sz="1650"/>
            </a:lvl8pPr>
            <a:lvl9pPr>
              <a:defRPr sz="16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F0BB24-94BE-43EF-808F-C483721683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83802" y="1920240"/>
            <a:ext cx="3670088" cy="3557482"/>
          </a:xfrm>
        </p:spPr>
        <p:txBody>
          <a:bodyPr/>
          <a:lstStyle>
            <a:lvl1pPr marL="0" indent="0">
              <a:buNone/>
              <a:defRPr sz="1320"/>
            </a:lvl1pPr>
            <a:lvl2pPr marL="377181" indent="0">
              <a:buNone/>
              <a:defRPr sz="1155"/>
            </a:lvl2pPr>
            <a:lvl3pPr marL="754361" indent="0">
              <a:buNone/>
              <a:defRPr sz="990"/>
            </a:lvl3pPr>
            <a:lvl4pPr marL="1131542" indent="0">
              <a:buNone/>
              <a:defRPr sz="825"/>
            </a:lvl4pPr>
            <a:lvl5pPr marL="1508722" indent="0">
              <a:buNone/>
              <a:defRPr sz="825"/>
            </a:lvl5pPr>
            <a:lvl6pPr marL="1885903" indent="0">
              <a:buNone/>
              <a:defRPr sz="825"/>
            </a:lvl6pPr>
            <a:lvl7pPr marL="2263083" indent="0">
              <a:buNone/>
              <a:defRPr sz="825"/>
            </a:lvl7pPr>
            <a:lvl8pPr marL="2640264" indent="0">
              <a:buNone/>
              <a:defRPr sz="825"/>
            </a:lvl8pPr>
            <a:lvl9pPr marL="3017445" indent="0">
              <a:buNone/>
              <a:defRPr sz="8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26">
            <a:extLst>
              <a:ext uri="{FF2B5EF4-FFF2-40B4-BE49-F238E27FC236}">
                <a16:creationId xmlns:a16="http://schemas.microsoft.com/office/drawing/2014/main" id="{D2E63488-A39D-466A-81D7-896CF01D56B5}"/>
              </a:ext>
            </a:extLst>
          </p:cNvPr>
          <p:cNvSpPr txBox="1">
            <a:spLocks/>
          </p:cNvSpPr>
          <p:nvPr/>
        </p:nvSpPr>
        <p:spPr>
          <a:xfrm>
            <a:off x="10739718" y="6001465"/>
            <a:ext cx="340030" cy="318558"/>
          </a:xfrm>
          <a:prstGeom prst="rect">
            <a:avLst/>
          </a:prstGeom>
        </p:spPr>
        <p:txBody>
          <a:bodyPr vert="horz" lIns="75438" tIns="37719" rIns="75438" bIns="37719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3CDEBC-7537-4202-856D-D7ABCF6CAD66}" type="slidenum">
              <a:rPr lang="en-US" sz="990" smtClean="0"/>
              <a:pPr/>
              <a:t>‹#›</a:t>
            </a:fld>
            <a:endParaRPr lang="en-US" sz="990" dirty="0"/>
          </a:p>
        </p:txBody>
      </p:sp>
    </p:spTree>
    <p:extLst>
      <p:ext uri="{BB962C8B-B14F-4D97-AF65-F5344CB8AC3E}">
        <p14:creationId xmlns:p14="http://schemas.microsoft.com/office/powerpoint/2010/main" val="2274393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D8C1-8FF5-4804-9974-8F51B2F70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802" y="426720"/>
            <a:ext cx="3670088" cy="1493520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E03584-B852-4FA2-ABD7-C6084F3BC5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37643" y="921602"/>
            <a:ext cx="5760720" cy="4548717"/>
          </a:xfrm>
        </p:spPr>
        <p:txBody>
          <a:bodyPr/>
          <a:lstStyle>
            <a:lvl1pPr marL="0" indent="0">
              <a:buNone/>
              <a:defRPr sz="2640"/>
            </a:lvl1pPr>
            <a:lvl2pPr marL="377181" indent="0">
              <a:buNone/>
              <a:defRPr sz="2310"/>
            </a:lvl2pPr>
            <a:lvl3pPr marL="754361" indent="0">
              <a:buNone/>
              <a:defRPr sz="1980"/>
            </a:lvl3pPr>
            <a:lvl4pPr marL="1131542" indent="0">
              <a:buNone/>
              <a:defRPr sz="1650"/>
            </a:lvl4pPr>
            <a:lvl5pPr marL="1508722" indent="0">
              <a:buNone/>
              <a:defRPr sz="1650"/>
            </a:lvl5pPr>
            <a:lvl6pPr marL="1885903" indent="0">
              <a:buNone/>
              <a:defRPr sz="1650"/>
            </a:lvl6pPr>
            <a:lvl7pPr marL="2263083" indent="0">
              <a:buNone/>
              <a:defRPr sz="1650"/>
            </a:lvl7pPr>
            <a:lvl8pPr marL="2640264" indent="0">
              <a:buNone/>
              <a:defRPr sz="1650"/>
            </a:lvl8pPr>
            <a:lvl9pPr marL="3017445" indent="0">
              <a:buNone/>
              <a:defRPr sz="165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8F95C4-14ED-40E7-8246-EB8AFC8AFB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83802" y="1920240"/>
            <a:ext cx="3670088" cy="3557482"/>
          </a:xfrm>
        </p:spPr>
        <p:txBody>
          <a:bodyPr/>
          <a:lstStyle>
            <a:lvl1pPr marL="0" indent="0">
              <a:buNone/>
              <a:defRPr sz="1320"/>
            </a:lvl1pPr>
            <a:lvl2pPr marL="377181" indent="0">
              <a:buNone/>
              <a:defRPr sz="1155"/>
            </a:lvl2pPr>
            <a:lvl3pPr marL="754361" indent="0">
              <a:buNone/>
              <a:defRPr sz="990"/>
            </a:lvl3pPr>
            <a:lvl4pPr marL="1131542" indent="0">
              <a:buNone/>
              <a:defRPr sz="825"/>
            </a:lvl4pPr>
            <a:lvl5pPr marL="1508722" indent="0">
              <a:buNone/>
              <a:defRPr sz="825"/>
            </a:lvl5pPr>
            <a:lvl6pPr marL="1885903" indent="0">
              <a:buNone/>
              <a:defRPr sz="825"/>
            </a:lvl6pPr>
            <a:lvl7pPr marL="2263083" indent="0">
              <a:buNone/>
              <a:defRPr sz="825"/>
            </a:lvl7pPr>
            <a:lvl8pPr marL="2640264" indent="0">
              <a:buNone/>
              <a:defRPr sz="825"/>
            </a:lvl8pPr>
            <a:lvl9pPr marL="3017445" indent="0">
              <a:buNone/>
              <a:defRPr sz="8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26">
            <a:extLst>
              <a:ext uri="{FF2B5EF4-FFF2-40B4-BE49-F238E27FC236}">
                <a16:creationId xmlns:a16="http://schemas.microsoft.com/office/drawing/2014/main" id="{643997CD-1108-4B6E-B763-5C864CBE360F}"/>
              </a:ext>
            </a:extLst>
          </p:cNvPr>
          <p:cNvSpPr txBox="1">
            <a:spLocks/>
          </p:cNvSpPr>
          <p:nvPr/>
        </p:nvSpPr>
        <p:spPr>
          <a:xfrm>
            <a:off x="8968374" y="6001465"/>
            <a:ext cx="2111374" cy="318558"/>
          </a:xfrm>
          <a:prstGeom prst="rect">
            <a:avLst/>
          </a:prstGeom>
        </p:spPr>
        <p:txBody>
          <a:bodyPr vert="horz" lIns="75438" tIns="37719" rIns="75438" bIns="37719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3CDEBC-7537-4202-856D-D7ABCF6CAD66}" type="slidenum">
              <a:rPr lang="en-US" sz="990" smtClean="0"/>
              <a:pPr/>
              <a:t>‹#›</a:t>
            </a:fld>
            <a:endParaRPr lang="en-US" sz="990" dirty="0"/>
          </a:p>
        </p:txBody>
      </p:sp>
    </p:spTree>
    <p:extLst>
      <p:ext uri="{BB962C8B-B14F-4D97-AF65-F5344CB8AC3E}">
        <p14:creationId xmlns:p14="http://schemas.microsoft.com/office/powerpoint/2010/main" val="2925075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0D644-4341-4AD3-8F69-99796D5BE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51C00A-D25D-439F-AA78-32A042093B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26">
            <a:extLst>
              <a:ext uri="{FF2B5EF4-FFF2-40B4-BE49-F238E27FC236}">
                <a16:creationId xmlns:a16="http://schemas.microsoft.com/office/drawing/2014/main" id="{71B9B8B9-C6F7-4B9C-8725-3A69B9C05952}"/>
              </a:ext>
            </a:extLst>
          </p:cNvPr>
          <p:cNvSpPr txBox="1">
            <a:spLocks/>
          </p:cNvSpPr>
          <p:nvPr/>
        </p:nvSpPr>
        <p:spPr>
          <a:xfrm>
            <a:off x="8968374" y="6001465"/>
            <a:ext cx="2111374" cy="318558"/>
          </a:xfrm>
          <a:prstGeom prst="rect">
            <a:avLst/>
          </a:prstGeom>
        </p:spPr>
        <p:txBody>
          <a:bodyPr vert="horz" lIns="75438" tIns="37719" rIns="75438" bIns="37719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3CDEBC-7537-4202-856D-D7ABCF6CAD66}" type="slidenum">
              <a:rPr lang="en-US" sz="990" smtClean="0"/>
              <a:pPr/>
              <a:t>‹#›</a:t>
            </a:fld>
            <a:endParaRPr lang="en-US" sz="990" dirty="0"/>
          </a:p>
        </p:txBody>
      </p:sp>
    </p:spTree>
    <p:extLst>
      <p:ext uri="{BB962C8B-B14F-4D97-AF65-F5344CB8AC3E}">
        <p14:creationId xmlns:p14="http://schemas.microsoft.com/office/powerpoint/2010/main" val="38966068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D327FB-0BB8-47AF-9166-4BD64B0DCB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143242" y="756825"/>
            <a:ext cx="2259066" cy="500834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8510B8-B789-467F-A098-ABDCA27742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82323" y="756825"/>
            <a:ext cx="6646237" cy="500834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26">
            <a:extLst>
              <a:ext uri="{FF2B5EF4-FFF2-40B4-BE49-F238E27FC236}">
                <a16:creationId xmlns:a16="http://schemas.microsoft.com/office/drawing/2014/main" id="{33BD4347-57C1-4525-B113-C999184D536C}"/>
              </a:ext>
            </a:extLst>
          </p:cNvPr>
          <p:cNvSpPr txBox="1">
            <a:spLocks/>
          </p:cNvSpPr>
          <p:nvPr/>
        </p:nvSpPr>
        <p:spPr>
          <a:xfrm>
            <a:off x="8968374" y="6001465"/>
            <a:ext cx="2111374" cy="318558"/>
          </a:xfrm>
          <a:prstGeom prst="rect">
            <a:avLst/>
          </a:prstGeom>
        </p:spPr>
        <p:txBody>
          <a:bodyPr vert="horz" lIns="75438" tIns="37719" rIns="75438" bIns="37719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3CDEBC-7537-4202-856D-D7ABCF6CAD66}" type="slidenum">
              <a:rPr lang="en-US" sz="990" smtClean="0"/>
              <a:pPr/>
              <a:t>‹#›</a:t>
            </a:fld>
            <a:endParaRPr lang="en-US" sz="990" dirty="0"/>
          </a:p>
        </p:txBody>
      </p:sp>
    </p:spTree>
    <p:extLst>
      <p:ext uri="{BB962C8B-B14F-4D97-AF65-F5344CB8AC3E}">
        <p14:creationId xmlns:p14="http://schemas.microsoft.com/office/powerpoint/2010/main" val="1712924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709225" y="132345"/>
            <a:ext cx="10241280" cy="10668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68960" y="1493521"/>
            <a:ext cx="5025813" cy="204025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784427" y="1493521"/>
            <a:ext cx="5025813" cy="204025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568960" y="3676020"/>
            <a:ext cx="5025813" cy="20417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784427" y="3676020"/>
            <a:ext cx="5025813" cy="20417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206"/>
          <p:cNvSpPr>
            <a:spLocks noGrp="1"/>
          </p:cNvSpPr>
          <p:nvPr>
            <p:ph type="sldNum" sz="quarter" idx="10"/>
          </p:nvPr>
        </p:nvSpPr>
        <p:spPr>
          <a:xfrm>
            <a:off x="10739232" y="5640629"/>
            <a:ext cx="494832" cy="313764"/>
          </a:xfrm>
          <a:prstGeom prst="rect">
            <a:avLst/>
          </a:prstGeom>
        </p:spPr>
        <p:txBody>
          <a:bodyPr/>
          <a:lstStyle>
            <a:lvl1pPr algn="ctr" eaLnBrk="0" hangingPunct="0">
              <a:spcBef>
                <a:spcPct val="50000"/>
              </a:spcBef>
              <a:buSzPct val="80000"/>
              <a:defRPr sz="1100">
                <a:solidFill>
                  <a:srgbClr val="99660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buFontTx/>
              <a:buNone/>
              <a:defRPr/>
            </a:pPr>
            <a:fld id="{A573B02F-A7D4-422F-9184-87A161E5AADE}" type="slidenum">
              <a:rPr lang="en-CA" smtClean="0"/>
              <a:pPr>
                <a:buFontTx/>
                <a:buNone/>
                <a:defRPr/>
              </a:pPr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53242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C9532E96-38A6-0F91-17EA-69FEF1B62B40}"/>
              </a:ext>
            </a:extLst>
          </p:cNvPr>
          <p:cNvSpPr/>
          <p:nvPr userDrawn="1"/>
        </p:nvSpPr>
        <p:spPr>
          <a:xfrm>
            <a:off x="0" y="5850794"/>
            <a:ext cx="11379200" cy="552090"/>
          </a:xfrm>
          <a:prstGeom prst="rect">
            <a:avLst/>
          </a:prstGeom>
          <a:solidFill>
            <a:srgbClr val="28AE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53EBE6-7F71-4D01-9F59-0696BA5B2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320" y="799718"/>
            <a:ext cx="9814560" cy="778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90C7B-6592-4FE6-A46A-D8371794D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2320" y="1703917"/>
            <a:ext cx="9814560" cy="40612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D0C937-2C0F-4C37-9DF2-7BB7FEE8969D}"/>
              </a:ext>
            </a:extLst>
          </p:cNvPr>
          <p:cNvSpPr txBox="1"/>
          <p:nvPr/>
        </p:nvSpPr>
        <p:spPr>
          <a:xfrm>
            <a:off x="8481064" y="231141"/>
            <a:ext cx="2655041" cy="3208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85" dirty="0">
                <a:solidFill>
                  <a:srgbClr val="0053A1"/>
                </a:solidFill>
              </a:rPr>
              <a:t>www.wiredcats5885.ca</a:t>
            </a:r>
          </a:p>
        </p:txBody>
      </p:sp>
      <p:sp>
        <p:nvSpPr>
          <p:cNvPr id="5" name="Footer Placeholder 4" descr="CenterLine reflex blue, copper logo">
            <a:extLst>
              <a:ext uri="{FF2B5EF4-FFF2-40B4-BE49-F238E27FC236}">
                <a16:creationId xmlns:a16="http://schemas.microsoft.com/office/drawing/2014/main" id="{4D19885A-D491-937B-CAE9-56C3D63B503F}"/>
              </a:ext>
            </a:extLst>
          </p:cNvPr>
          <p:cNvSpPr txBox="1">
            <a:spLocks/>
          </p:cNvSpPr>
          <p:nvPr userDrawn="1"/>
        </p:nvSpPr>
        <p:spPr>
          <a:xfrm>
            <a:off x="94890" y="5961345"/>
            <a:ext cx="3820419" cy="330988"/>
          </a:xfrm>
          <a:prstGeom prst="rect">
            <a:avLst/>
          </a:prstGeom>
        </p:spPr>
        <p:txBody>
          <a:bodyPr vert="horz" lIns="75438" tIns="37719" rIns="75438" bIns="37719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dirty="0">
                <a:solidFill>
                  <a:schemeClr val="bg1"/>
                </a:solidFill>
              </a:rPr>
              <a:t>© 2025, Villanova WiredCats Robotics Team, FRC 5885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30F7094-CFF3-2692-FBDB-A6478886594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9639"/>
            <a:ext cx="970712" cy="750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55391E-479E-1518-04AF-E7387F89FD9B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harpenSoften amount="28000"/>
                    </a14:imgEffect>
                    <a14:imgEffect>
                      <a14:brightnessContrast bright="-12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83232" y="5877047"/>
            <a:ext cx="1592791" cy="499584"/>
          </a:xfrm>
          <a:prstGeom prst="rect">
            <a:avLst/>
          </a:prstGeom>
        </p:spPr>
      </p:pic>
      <p:sp>
        <p:nvSpPr>
          <p:cNvPr id="12" name="Footer Placeholder 4" descr="CenterLine reflex blue, copper logo">
            <a:extLst>
              <a:ext uri="{FF2B5EF4-FFF2-40B4-BE49-F238E27FC236}">
                <a16:creationId xmlns:a16="http://schemas.microsoft.com/office/drawing/2014/main" id="{0234CF35-E6F1-EA50-8C89-4A6DFF872FE9}"/>
              </a:ext>
            </a:extLst>
          </p:cNvPr>
          <p:cNvSpPr txBox="1">
            <a:spLocks/>
          </p:cNvSpPr>
          <p:nvPr userDrawn="1"/>
        </p:nvSpPr>
        <p:spPr>
          <a:xfrm>
            <a:off x="4149478" y="5951476"/>
            <a:ext cx="1233577" cy="330988"/>
          </a:xfrm>
          <a:prstGeom prst="rect">
            <a:avLst/>
          </a:prstGeom>
        </p:spPr>
        <p:txBody>
          <a:bodyPr vert="horz" lIns="75438" tIns="37719" rIns="75438" bIns="37719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dirty="0">
                <a:solidFill>
                  <a:schemeClr val="bg1"/>
                </a:solidFill>
              </a:rPr>
              <a:t>Sponsored</a:t>
            </a:r>
            <a:r>
              <a:rPr lang="en-US" sz="1000" dirty="0">
                <a:solidFill>
                  <a:schemeClr val="bg1"/>
                </a:solidFill>
              </a:rPr>
              <a:t> by: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3E8D2CE-12E7-35B4-B662-172CEBF6F8B8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contras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76377" y="5917440"/>
            <a:ext cx="1959155" cy="49958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8AA90A2-9209-EA23-9AE9-3D7C3F207800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alphaModFix/>
          </a:blip>
          <a:srcRect t="12475" b="10471"/>
          <a:stretch/>
        </p:blipFill>
        <p:spPr>
          <a:xfrm>
            <a:off x="8935532" y="5917440"/>
            <a:ext cx="1364405" cy="399061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765457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52" r:id="rId2"/>
    <p:sldLayoutId id="2147483840" r:id="rId3"/>
    <p:sldLayoutId id="2147483841" r:id="rId4"/>
    <p:sldLayoutId id="2147483842" r:id="rId5"/>
    <p:sldLayoutId id="2147483843" r:id="rId6"/>
    <p:sldLayoutId id="2147483844" r:id="rId7"/>
    <p:sldLayoutId id="2147483845" r:id="rId8"/>
    <p:sldLayoutId id="2147483846" r:id="rId9"/>
    <p:sldLayoutId id="2147483847" r:id="rId10"/>
    <p:sldLayoutId id="2147483848" r:id="rId11"/>
    <p:sldLayoutId id="2147483849" r:id="rId12"/>
    <p:sldLayoutId id="2147483851" r:id="rId13"/>
  </p:sldLayoutIdLst>
  <p:transition spd="med">
    <p:fade/>
  </p:transition>
  <p:hf hdr="0" ftr="0"/>
  <p:txStyles>
    <p:titleStyle>
      <a:lvl1pPr algn="l" defTabSz="754361" rtl="0" eaLnBrk="1" latinLnBrk="0" hangingPunct="1">
        <a:lnSpc>
          <a:spcPct val="90000"/>
        </a:lnSpc>
        <a:spcBef>
          <a:spcPct val="0"/>
        </a:spcBef>
        <a:buNone/>
        <a:defRPr sz="2640" b="1" kern="1200">
          <a:solidFill>
            <a:srgbClr val="0053A1"/>
          </a:solidFill>
          <a:latin typeface="+mj-lt"/>
          <a:ea typeface="+mj-ea"/>
          <a:cs typeface="+mj-cs"/>
        </a:defRPr>
      </a:lvl1pPr>
    </p:titleStyle>
    <p:bodyStyle>
      <a:lvl1pPr marL="188590" indent="-188590" algn="l" defTabSz="754361" rtl="0" eaLnBrk="1" latinLnBrk="0" hangingPunct="1">
        <a:lnSpc>
          <a:spcPct val="90000"/>
        </a:lnSpc>
        <a:spcBef>
          <a:spcPts val="825"/>
        </a:spcBef>
        <a:buFont typeface="Arial" panose="020B0604020202020204" pitchFamily="34" charset="0"/>
        <a:buChar char="•"/>
        <a:defRPr sz="2310" kern="1200">
          <a:solidFill>
            <a:srgbClr val="0053A1"/>
          </a:solidFill>
          <a:latin typeface="+mn-lt"/>
          <a:ea typeface="+mn-ea"/>
          <a:cs typeface="+mn-cs"/>
        </a:defRPr>
      </a:lvl1pPr>
      <a:lvl2pPr marL="565771" indent="-188590" algn="l" defTabSz="754361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0" kern="1200">
          <a:solidFill>
            <a:srgbClr val="0053A1"/>
          </a:solidFill>
          <a:latin typeface="+mn-lt"/>
          <a:ea typeface="+mn-ea"/>
          <a:cs typeface="+mn-cs"/>
        </a:defRPr>
      </a:lvl2pPr>
      <a:lvl3pPr marL="942951" indent="-188590" algn="l" defTabSz="754361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0" kern="1200">
          <a:solidFill>
            <a:srgbClr val="0053A1"/>
          </a:solidFill>
          <a:latin typeface="+mn-lt"/>
          <a:ea typeface="+mn-ea"/>
          <a:cs typeface="+mn-cs"/>
        </a:defRPr>
      </a:lvl3pPr>
      <a:lvl4pPr marL="1320132" indent="-188590" algn="l" defTabSz="754361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rgbClr val="0053A1"/>
          </a:solidFill>
          <a:latin typeface="+mn-lt"/>
          <a:ea typeface="+mn-ea"/>
          <a:cs typeface="+mn-cs"/>
        </a:defRPr>
      </a:lvl4pPr>
      <a:lvl5pPr marL="1697313" indent="-188590" algn="l" defTabSz="754361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rgbClr val="0053A1"/>
          </a:solidFill>
          <a:latin typeface="+mn-lt"/>
          <a:ea typeface="+mn-ea"/>
          <a:cs typeface="+mn-cs"/>
        </a:defRPr>
      </a:lvl5pPr>
      <a:lvl6pPr marL="2074493" indent="-188590" algn="l" defTabSz="754361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451674" indent="-188590" algn="l" defTabSz="754361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828854" indent="-188590" algn="l" defTabSz="754361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206035" indent="-188590" algn="l" defTabSz="754361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4361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181" algn="l" defTabSz="754361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361" algn="l" defTabSz="754361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542" algn="l" defTabSz="754361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722" algn="l" defTabSz="754361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algn="l" defTabSz="754361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083" algn="l" defTabSz="754361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264" algn="l" defTabSz="754361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445" algn="l" defTabSz="754361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">
            <a:extLst>
              <a:ext uri="{FF2B5EF4-FFF2-40B4-BE49-F238E27FC236}">
                <a16:creationId xmlns:a16="http://schemas.microsoft.com/office/drawing/2014/main" id="{1E46E208-7AED-4BAD-87F5-1EEBFF3487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006651"/>
            <a:ext cx="11379200" cy="8415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1876" tIns="50938" rIns="101876" bIns="50938">
            <a:spAutoFit/>
          </a:bodyPr>
          <a:lstStyle/>
          <a:p>
            <a:pPr algn="ctr" eaLnBrk="0" hangingPunct="0">
              <a:spcBef>
                <a:spcPct val="20000"/>
              </a:spcBef>
              <a:buSzPct val="80000"/>
            </a:pPr>
            <a:r>
              <a:rPr lang="en-US" sz="4800" dirty="0">
                <a:solidFill>
                  <a:srgbClr val="003399"/>
                </a:solidFill>
                <a:latin typeface="Arial" pitchFamily="34" charset="0"/>
                <a:cs typeface="Arial" pitchFamily="34" charset="0"/>
              </a:rPr>
              <a:t>2025 Offseason Mechanical Seminar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B2E937-F17D-2AE4-870B-2ADD995E2F91}"/>
              </a:ext>
            </a:extLst>
          </p:cNvPr>
          <p:cNvSpPr txBox="1"/>
          <p:nvPr/>
        </p:nvSpPr>
        <p:spPr>
          <a:xfrm>
            <a:off x="3940172" y="4367734"/>
            <a:ext cx="3498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53A0"/>
                </a:solidFill>
              </a:rPr>
              <a:t>Authored By: John Thibert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59366A-C29D-AFB5-9CDF-D0C42CF3D288}"/>
              </a:ext>
            </a:extLst>
          </p:cNvPr>
          <p:cNvSpPr txBox="1"/>
          <p:nvPr/>
        </p:nvSpPr>
        <p:spPr>
          <a:xfrm>
            <a:off x="3573299" y="4770648"/>
            <a:ext cx="42325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53A0"/>
                </a:solidFill>
              </a:rPr>
              <a:t>Latest Revision: 05/20/2025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D6035C9C-90F7-7447-93DF-43AB5AAA9A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4" y="2872745"/>
            <a:ext cx="11379200" cy="533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1876" tIns="50938" rIns="101876" bIns="50938">
            <a:spAutoFit/>
          </a:bodyPr>
          <a:lstStyle/>
          <a:p>
            <a:pPr algn="ctr" eaLnBrk="0" hangingPunct="0">
              <a:spcBef>
                <a:spcPct val="20000"/>
              </a:spcBef>
              <a:buSzPct val="80000"/>
            </a:pPr>
            <a:r>
              <a:rPr lang="en-US" sz="2800" dirty="0">
                <a:solidFill>
                  <a:srgbClr val="003399"/>
                </a:solidFill>
                <a:latin typeface="Arial" pitchFamily="34" charset="0"/>
                <a:cs typeface="Arial" pitchFamily="34" charset="0"/>
              </a:rPr>
              <a:t>Seminar 1 – Engines and Motors</a:t>
            </a:r>
          </a:p>
        </p:txBody>
      </p:sp>
    </p:spTree>
    <p:extLst>
      <p:ext uri="{BB962C8B-B14F-4D97-AF65-F5344CB8AC3E}">
        <p14:creationId xmlns:p14="http://schemas.microsoft.com/office/powerpoint/2010/main" val="3838688369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679FB77-6B73-CFBE-9A78-D0C59A21B6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9566494"/>
              </p:ext>
            </p:extLst>
          </p:nvPr>
        </p:nvGraphicFramePr>
        <p:xfrm>
          <a:off x="1389591" y="975360"/>
          <a:ext cx="8600018" cy="4457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7034">
                  <a:extLst>
                    <a:ext uri="{9D8B030D-6E8A-4147-A177-3AD203B41FA5}">
                      <a16:colId xmlns:a16="http://schemas.microsoft.com/office/drawing/2014/main" val="40924205"/>
                    </a:ext>
                  </a:extLst>
                </a:gridCol>
                <a:gridCol w="6512984">
                  <a:extLst>
                    <a:ext uri="{9D8B030D-6E8A-4147-A177-3AD203B41FA5}">
                      <a16:colId xmlns:a16="http://schemas.microsoft.com/office/drawing/2014/main" val="158316565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Revision Table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7790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Date </a:t>
                      </a:r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(MM/DD/YYYY)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4212332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r>
                        <a:rPr lang="en-US" dirty="0"/>
                        <a:t>05/20/2025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Release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540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6157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9093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4694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50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974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1744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982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6299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0899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7431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ECE27C-9965-944F-C01B-6ECB6FF29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Engines vs Motors</a:t>
            </a:r>
          </a:p>
        </p:txBody>
      </p:sp>
      <p:pic>
        <p:nvPicPr>
          <p:cNvPr id="1028" name="Picture 4" descr="NEO Brushless Motor V1.1">
            <a:extLst>
              <a:ext uri="{FF2B5EF4-FFF2-40B4-BE49-F238E27FC236}">
                <a16:creationId xmlns:a16="http://schemas.microsoft.com/office/drawing/2014/main" id="{91281901-6BA2-63B4-6954-D7A2CC7848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2524" y="1577980"/>
            <a:ext cx="2978151" cy="2978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5F335A-A5D3-2C2B-AF5D-91E59CA35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7847" y="1577981"/>
            <a:ext cx="2978150" cy="29781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F3DBFFB-2E11-D55E-3E8A-2D5904C21D4D}"/>
              </a:ext>
            </a:extLst>
          </p:cNvPr>
          <p:cNvSpPr txBox="1"/>
          <p:nvPr/>
        </p:nvSpPr>
        <p:spPr>
          <a:xfrm>
            <a:off x="1323975" y="4743450"/>
            <a:ext cx="36671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rgbClr val="0053A1"/>
                </a:solidFill>
              </a:rPr>
              <a:t>Engines convert </a:t>
            </a:r>
            <a:r>
              <a:rPr lang="en-US" sz="1800" i="1" dirty="0">
                <a:solidFill>
                  <a:srgbClr val="0053A1"/>
                </a:solidFill>
              </a:rPr>
              <a:t>CHEMICAL</a:t>
            </a:r>
            <a:r>
              <a:rPr lang="en-US" sz="1800" dirty="0">
                <a:solidFill>
                  <a:srgbClr val="0053A1"/>
                </a:solidFill>
              </a:rPr>
              <a:t> energy into mechanical energy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0D2CE3-10DF-D1F0-763B-75DE2B667E8B}"/>
              </a:ext>
            </a:extLst>
          </p:cNvPr>
          <p:cNvSpPr txBox="1"/>
          <p:nvPr/>
        </p:nvSpPr>
        <p:spPr>
          <a:xfrm>
            <a:off x="5888036" y="4743450"/>
            <a:ext cx="36671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rgbClr val="0053A1"/>
                </a:solidFill>
              </a:rPr>
              <a:t>Motors convert </a:t>
            </a:r>
            <a:r>
              <a:rPr lang="en-US" sz="1800" i="1" dirty="0">
                <a:solidFill>
                  <a:srgbClr val="0053A1"/>
                </a:solidFill>
              </a:rPr>
              <a:t>ELECTRICAL</a:t>
            </a:r>
            <a:r>
              <a:rPr lang="en-US" sz="1800" dirty="0">
                <a:solidFill>
                  <a:srgbClr val="0053A1"/>
                </a:solidFill>
              </a:rPr>
              <a:t> energy into mechanical energy</a:t>
            </a:r>
          </a:p>
        </p:txBody>
      </p:sp>
    </p:spTree>
    <p:extLst>
      <p:ext uri="{BB962C8B-B14F-4D97-AF65-F5344CB8AC3E}">
        <p14:creationId xmlns:p14="http://schemas.microsoft.com/office/powerpoint/2010/main" val="3817516826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69F65-2AC4-B5A3-BA2D-0A189B0D3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14C6ECE-06E9-30ED-0F62-A0692D002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320" y="1703917"/>
            <a:ext cx="5713730" cy="4061249"/>
          </a:xfrm>
        </p:spPr>
        <p:txBody>
          <a:bodyPr/>
          <a:lstStyle/>
          <a:p>
            <a:r>
              <a:rPr lang="en-US" dirty="0"/>
              <a:t>Typically named after their thermodynamic cycle</a:t>
            </a:r>
          </a:p>
          <a:p>
            <a:r>
              <a:rPr lang="en-US" dirty="0"/>
              <a:t>Different use cases, efficiencies, and practicalities</a:t>
            </a:r>
          </a:p>
          <a:p>
            <a:r>
              <a:rPr lang="en-US" dirty="0"/>
              <a:t>Some can even be a hybrid of two different cycles</a:t>
            </a:r>
          </a:p>
          <a:p>
            <a:r>
              <a:rPr lang="en-US" dirty="0"/>
              <a:t>Well focus on one: Otto cycle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C757893-E021-BFC8-AED8-E0D0A7A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Engine Types</a:t>
            </a:r>
          </a:p>
        </p:txBody>
      </p:sp>
      <p:pic>
        <p:nvPicPr>
          <p:cNvPr id="2054" name="Picture 6" descr="I-compiled-this-image-describing-bunch-of-thermodynamic-cycles-Feedback-is-appreciated">
            <a:extLst>
              <a:ext uri="{FF2B5EF4-FFF2-40B4-BE49-F238E27FC236}">
                <a16:creationId xmlns:a16="http://schemas.microsoft.com/office/drawing/2014/main" id="{8C59327B-35D8-B2E9-978E-5E95C6DB08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00"/>
          <a:stretch/>
        </p:blipFill>
        <p:spPr bwMode="auto">
          <a:xfrm>
            <a:off x="6573839" y="635634"/>
            <a:ext cx="4518408" cy="5026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5563102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BE6DF-3222-DEB9-B8F4-637E86778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4A301AD-0838-F024-4FB6-5B0FBA9CB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Otto Cycle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70B276-AF64-F7D2-D85D-2431390F2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320" y="1703917"/>
            <a:ext cx="5189855" cy="4061249"/>
          </a:xfrm>
        </p:spPr>
        <p:txBody>
          <a:bodyPr/>
          <a:lstStyle/>
          <a:p>
            <a:r>
              <a:rPr lang="en-US" dirty="0"/>
              <a:t>Typically cover all gasoline car engines</a:t>
            </a:r>
          </a:p>
          <a:p>
            <a:r>
              <a:rPr lang="en-US" dirty="0"/>
              <a:t>4 stroke &amp; 2 stroke engines</a:t>
            </a:r>
          </a:p>
          <a:p>
            <a:r>
              <a:rPr lang="en-US" dirty="0"/>
              <a:t>Typical efficiencies are in the realm of 30-40% efficient</a:t>
            </a:r>
          </a:p>
        </p:txBody>
      </p:sp>
      <p:pic>
        <p:nvPicPr>
          <p:cNvPr id="3074" name="Picture 2" descr="Thermodynamic Cycles - Otto Cycle (Part 2 of 4) - YouTube">
            <a:extLst>
              <a:ext uri="{FF2B5EF4-FFF2-40B4-BE49-F238E27FC236}">
                <a16:creationId xmlns:a16="http://schemas.microsoft.com/office/drawing/2014/main" id="{0B7DC97B-D9AF-7EB5-10E3-1E17048FFF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04"/>
          <a:stretch/>
        </p:blipFill>
        <p:spPr bwMode="auto">
          <a:xfrm>
            <a:off x="5810250" y="1577981"/>
            <a:ext cx="5568950" cy="2572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0FF76FE-A607-906F-7890-A2B0BB36814D}"/>
                  </a:ext>
                </a:extLst>
              </p:cNvPr>
              <p:cNvSpPr txBox="1"/>
              <p:nvPr/>
            </p:nvSpPr>
            <p:spPr>
              <a:xfrm>
                <a:off x="300039" y="3822422"/>
                <a:ext cx="5189855" cy="10939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400" smtClean="0">
                          <a:solidFill>
                            <a:srgbClr val="0053A1"/>
                          </a:solidFill>
                          <a:latin typeface="Cambria Math" panose="02040503050406030204" pitchFamily="18" charset="0"/>
                        </a:rPr>
                        <m:t>η</m:t>
                      </m:r>
                      <m:r>
                        <a:rPr lang="el-GR" sz="2400" smtClean="0">
                          <a:solidFill>
                            <a:srgbClr val="0053A1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l-GR" sz="2400" i="1" smtClean="0">
                          <a:solidFill>
                            <a:srgbClr val="0053A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b="1" i="0" smtClean="0">
                              <a:solidFill>
                                <a:srgbClr val="0053A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0" smtClean="0">
                              <a:solidFill>
                                <a:srgbClr val="0053A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b="1" i="0" smtClean="0">
                                  <a:solidFill>
                                    <a:srgbClr val="0053A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0" smtClean="0">
                                  <a:solidFill>
                                    <a:srgbClr val="0053A1"/>
                                  </a:solidFill>
                                  <a:latin typeface="Cambria Math" panose="02040503050406030204" pitchFamily="18" charset="0"/>
                                </a:rPr>
                                <m:t>𝐫</m:t>
                              </m:r>
                            </m:e>
                            <m:sup>
                              <m:r>
                                <a:rPr lang="en-US" sz="2400" b="1" i="0" smtClean="0">
                                  <a:solidFill>
                                    <a:srgbClr val="0053A1"/>
                                  </a:solidFill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  <m:r>
                                <a:rPr lang="en-US" sz="2400" b="1" i="0" smtClean="0">
                                  <a:solidFill>
                                    <a:srgbClr val="0053A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1" i="0" smtClean="0">
                                  <a:solidFill>
                                    <a:srgbClr val="0053A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</m:den>
                      </m:f>
                      <m:r>
                        <a:rPr lang="en-US" sz="2400" b="1" i="1" smtClean="0">
                          <a:solidFill>
                            <a:srgbClr val="0053A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2400">
                          <a:solidFill>
                            <a:srgbClr val="0053A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l-GR" sz="2400" i="1">
                          <a:solidFill>
                            <a:srgbClr val="0053A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0053A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>
                              <a:solidFill>
                                <a:srgbClr val="0053A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53A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smtClean="0">
                                  <a:solidFill>
                                    <a:srgbClr val="0053A1"/>
                                  </a:solidFill>
                                  <a:latin typeface="Cambria Math" panose="02040503050406030204" pitchFamily="18" charset="0"/>
                                </a:rPr>
                                <m:t>𝟏𝟎</m:t>
                              </m:r>
                            </m:e>
                            <m:sup>
                              <m:r>
                                <a:rPr lang="en-US" sz="2400" b="1" i="0" smtClean="0">
                                  <a:solidFill>
                                    <a:srgbClr val="0053A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400" b="1" i="0" smtClean="0">
                                  <a:solidFill>
                                    <a:srgbClr val="0053A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400" b="1" i="0" smtClean="0">
                                  <a:solidFill>
                                    <a:srgbClr val="0053A1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a:rPr lang="en-US" sz="2400">
                                  <a:solidFill>
                                    <a:srgbClr val="0053A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>
                                  <a:solidFill>
                                    <a:srgbClr val="0053A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</m:den>
                      </m:f>
                      <m:r>
                        <a:rPr lang="en-US" sz="2400" b="1" i="1" smtClean="0">
                          <a:solidFill>
                            <a:srgbClr val="0053A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0053A1"/>
                          </a:solidFill>
                          <a:latin typeface="Cambria Math" panose="02040503050406030204" pitchFamily="18" charset="0"/>
                        </a:rPr>
                        <m:t>𝟔𝟎</m:t>
                      </m:r>
                      <m:r>
                        <a:rPr lang="en-US" sz="2400" b="1" i="1" smtClean="0">
                          <a:solidFill>
                            <a:srgbClr val="0053A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 i="1" smtClean="0">
                          <a:solidFill>
                            <a:srgbClr val="0053A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 smtClean="0">
                          <a:solidFill>
                            <a:srgbClr val="0053A1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US" sz="2000" b="1" dirty="0">
                  <a:solidFill>
                    <a:srgbClr val="0053A1"/>
                  </a:solidFill>
                </a:endParaRPr>
              </a:p>
              <a:p>
                <a:r>
                  <a:rPr lang="el-GR" sz="2000" dirty="0">
                    <a:solidFill>
                      <a:srgbClr val="0053A1"/>
                    </a:solidFill>
                  </a:rPr>
                  <a:t>​</a:t>
                </a:r>
                <a:endParaRPr lang="en-US" sz="2000" dirty="0">
                  <a:solidFill>
                    <a:srgbClr val="0053A1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0FF76FE-A607-906F-7890-A2B0BB3681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39" y="3822422"/>
                <a:ext cx="5189855" cy="1093954"/>
              </a:xfrm>
              <a:prstGeom prst="rect">
                <a:avLst/>
              </a:prstGeom>
              <a:blipFill>
                <a:blip r:embed="rId3"/>
                <a:stretch>
                  <a:fillRect l="-1174" b="-94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57473D5D-DF00-1BA5-4897-3299E39D9A8D}"/>
              </a:ext>
            </a:extLst>
          </p:cNvPr>
          <p:cNvSpPr txBox="1"/>
          <p:nvPr/>
        </p:nvSpPr>
        <p:spPr>
          <a:xfrm>
            <a:off x="5707064" y="4296022"/>
            <a:ext cx="532447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u="sng" dirty="0">
                <a:solidFill>
                  <a:srgbClr val="0053A1"/>
                </a:solidFill>
              </a:rPr>
              <a:t>Isentropic: </a:t>
            </a:r>
            <a:r>
              <a:rPr lang="en-US" sz="1600" b="0" dirty="0">
                <a:solidFill>
                  <a:srgbClr val="0053A1"/>
                </a:solidFill>
              </a:rPr>
              <a:t>A process where no heat is added or lost and everything happens in a perfectly efficient way, like an ideal, lossless compression or expansion of gas.</a:t>
            </a:r>
          </a:p>
          <a:p>
            <a:pPr algn="just"/>
            <a:r>
              <a:rPr lang="en-US" sz="1600" u="sng" dirty="0">
                <a:solidFill>
                  <a:srgbClr val="0053A1"/>
                </a:solidFill>
              </a:rPr>
              <a:t>Isochoric: </a:t>
            </a:r>
            <a:r>
              <a:rPr lang="en-US" sz="1600" b="0" dirty="0">
                <a:solidFill>
                  <a:srgbClr val="0053A1"/>
                </a:solidFill>
              </a:rPr>
              <a:t>A process where the volume stays the same, so the gas is heated or cooled without changing its size.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292A76-628A-F7FD-6421-94F08B47A535}"/>
              </a:ext>
            </a:extLst>
          </p:cNvPr>
          <p:cNvSpPr txBox="1"/>
          <p:nvPr/>
        </p:nvSpPr>
        <p:spPr>
          <a:xfrm>
            <a:off x="527845" y="4856572"/>
            <a:ext cx="26066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53A1"/>
                </a:solidFill>
              </a:rPr>
              <a:t>η = thermal efficiency (ideal)</a:t>
            </a:r>
          </a:p>
          <a:p>
            <a:r>
              <a:rPr lang="en-US" sz="1000" dirty="0">
                <a:solidFill>
                  <a:srgbClr val="0053A1"/>
                </a:solidFill>
              </a:rPr>
              <a:t>r= compression ratio (typically between 8:1 and 12:1 for modern gasoline engines)</a:t>
            </a:r>
          </a:p>
          <a:p>
            <a:r>
              <a:rPr lang="en-US" sz="1000" dirty="0">
                <a:solidFill>
                  <a:srgbClr val="0053A1"/>
                </a:solidFill>
              </a:rPr>
              <a:t>𝛾 = specific heat ratio (typically ~1.4 for air)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E865632-ED79-19D2-4A73-34AD89367500}"/>
              </a:ext>
            </a:extLst>
          </p:cNvPr>
          <p:cNvSpPr/>
          <p:nvPr/>
        </p:nvSpPr>
        <p:spPr>
          <a:xfrm>
            <a:off x="4287203" y="3976934"/>
            <a:ext cx="1281748" cy="50934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6E15BFF-C46F-5898-1BFB-7B716060AF61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4561205" y="4486275"/>
            <a:ext cx="315595" cy="370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F635AC82-E604-8E8D-8364-6482E02F6EDA}"/>
              </a:ext>
            </a:extLst>
          </p:cNvPr>
          <p:cNvSpPr/>
          <p:nvPr/>
        </p:nvSpPr>
        <p:spPr>
          <a:xfrm>
            <a:off x="3752850" y="4856572"/>
            <a:ext cx="1616709" cy="6337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Theoretical max</a:t>
            </a:r>
          </a:p>
        </p:txBody>
      </p:sp>
    </p:spTree>
    <p:extLst>
      <p:ext uri="{BB962C8B-B14F-4D97-AF65-F5344CB8AC3E}">
        <p14:creationId xmlns:p14="http://schemas.microsoft.com/office/powerpoint/2010/main" val="1147888619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BF70C-10E9-7B12-A2D2-C4605AB92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070" y="1577981"/>
            <a:ext cx="4907280" cy="406124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Engines have 6 main systems:</a:t>
            </a:r>
          </a:p>
          <a:p>
            <a:pPr marL="834381" lvl="1" indent="-457200">
              <a:buFont typeface="+mj-lt"/>
              <a:buAutoNum type="arabicPeriod"/>
            </a:pPr>
            <a:r>
              <a:rPr lang="en-US" dirty="0"/>
              <a:t>Cooling system </a:t>
            </a:r>
          </a:p>
          <a:p>
            <a:pPr lvl="2"/>
            <a:r>
              <a:rPr lang="en-US" dirty="0"/>
              <a:t>Radiator, heater, fans, </a:t>
            </a:r>
            <a:r>
              <a:rPr lang="en-US" dirty="0" err="1"/>
              <a:t>etc</a:t>
            </a:r>
            <a:endParaRPr lang="en-US" dirty="0"/>
          </a:p>
          <a:p>
            <a:pPr marL="834381" lvl="1" indent="-457200">
              <a:buFont typeface="+mj-lt"/>
              <a:buAutoNum type="arabicPeriod"/>
            </a:pPr>
            <a:r>
              <a:rPr lang="en-US" dirty="0"/>
              <a:t>Fueling system</a:t>
            </a:r>
          </a:p>
          <a:p>
            <a:pPr lvl="2"/>
            <a:r>
              <a:rPr lang="en-US" dirty="0"/>
              <a:t>Fuel pump, injectors, </a:t>
            </a:r>
            <a:r>
              <a:rPr lang="en-US" dirty="0" err="1"/>
              <a:t>etc</a:t>
            </a:r>
            <a:endParaRPr lang="en-US" dirty="0"/>
          </a:p>
          <a:p>
            <a:pPr marL="834381" lvl="1" indent="-457200">
              <a:buFont typeface="+mj-lt"/>
              <a:buAutoNum type="arabicPeriod"/>
            </a:pPr>
            <a:r>
              <a:rPr lang="en-US" dirty="0"/>
              <a:t>Ignition system</a:t>
            </a:r>
          </a:p>
          <a:p>
            <a:pPr lvl="2"/>
            <a:r>
              <a:rPr lang="en-US" dirty="0"/>
              <a:t>Ignition coils, spark plugs, </a:t>
            </a:r>
            <a:r>
              <a:rPr lang="en-US" dirty="0" err="1"/>
              <a:t>etc</a:t>
            </a:r>
            <a:endParaRPr lang="en-US" dirty="0"/>
          </a:p>
          <a:p>
            <a:pPr marL="834381" lvl="1" indent="-457200">
              <a:buFont typeface="+mj-lt"/>
              <a:buAutoNum type="arabicPeriod"/>
            </a:pPr>
            <a:r>
              <a:rPr lang="en-US" dirty="0"/>
              <a:t>Lubrication system</a:t>
            </a:r>
          </a:p>
          <a:p>
            <a:pPr lvl="2"/>
            <a:r>
              <a:rPr lang="en-US" dirty="0"/>
              <a:t>Oil pump, bearings, </a:t>
            </a:r>
            <a:r>
              <a:rPr lang="en-US" dirty="0" err="1"/>
              <a:t>etc</a:t>
            </a:r>
            <a:endParaRPr lang="en-US" dirty="0"/>
          </a:p>
          <a:p>
            <a:pPr marL="834381" lvl="1" indent="-457200">
              <a:buFont typeface="+mj-lt"/>
              <a:buAutoNum type="arabicPeriod"/>
            </a:pPr>
            <a:r>
              <a:rPr lang="en-US" dirty="0"/>
              <a:t>Intake/Exhaust system</a:t>
            </a:r>
          </a:p>
          <a:p>
            <a:pPr lvl="2"/>
            <a:r>
              <a:rPr lang="en-US" dirty="0"/>
              <a:t>Turbochargers, superchargers, manifolds, </a:t>
            </a:r>
            <a:r>
              <a:rPr lang="en-US" dirty="0" err="1"/>
              <a:t>etc</a:t>
            </a:r>
            <a:endParaRPr lang="en-US" dirty="0"/>
          </a:p>
          <a:p>
            <a:pPr marL="834381" lvl="1" indent="-457200">
              <a:buFont typeface="+mj-lt"/>
              <a:buAutoNum type="arabicPeriod"/>
            </a:pPr>
            <a:r>
              <a:rPr lang="en-US" dirty="0"/>
              <a:t>Mechanical system</a:t>
            </a:r>
          </a:p>
          <a:p>
            <a:pPr lvl="2"/>
            <a:r>
              <a:rPr lang="en-US" dirty="0"/>
              <a:t>Pistons, connecting rods, valves, camshafts, actuators</a:t>
            </a:r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0AAB4C3-3192-E4B0-524E-51B4DC4E5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Deeper Dive into 4 Stroke Car Engines</a:t>
            </a:r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97852843-C5C1-CEC2-7DB2-4F76E7E832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3878" y="1971675"/>
            <a:ext cx="5258785" cy="308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9905450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2AD9F-D00A-1DB6-9012-FF2F837DE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Engine Timing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31678-5AB3-CC0C-2693-E6C35C1B5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320" y="1703917"/>
            <a:ext cx="5494655" cy="4061249"/>
          </a:xfrm>
        </p:spPr>
        <p:txBody>
          <a:bodyPr/>
          <a:lstStyle/>
          <a:p>
            <a:r>
              <a:rPr lang="en-US" dirty="0"/>
              <a:t>Involves both ignition timing, and valvetrain timing</a:t>
            </a:r>
          </a:p>
          <a:p>
            <a:r>
              <a:rPr lang="en-US" dirty="0"/>
              <a:t>Camshafts spin at half the crankshaft speed</a:t>
            </a:r>
          </a:p>
          <a:p>
            <a:r>
              <a:rPr lang="en-US" dirty="0"/>
              <a:t>Extremely important, especially in modern engines where clearances are small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124" name="Picture 4" descr="Valve Timing Diagram for four cycle engine There are many published... |  Download Scientific Diagram">
            <a:extLst>
              <a:ext uri="{FF2B5EF4-FFF2-40B4-BE49-F238E27FC236}">
                <a16:creationId xmlns:a16="http://schemas.microsoft.com/office/drawing/2014/main" id="{C0C72D16-D44E-7F4A-B6CA-CABE4DC34A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8738" y="1577981"/>
            <a:ext cx="4650390" cy="3772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0583090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EE7EC-801C-A4B5-3616-21231F6E2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320" y="799719"/>
            <a:ext cx="8480637" cy="621916"/>
          </a:xfrm>
        </p:spPr>
        <p:txBody>
          <a:bodyPr/>
          <a:lstStyle/>
          <a:p>
            <a:r>
              <a:rPr lang="en-US" dirty="0"/>
              <a:t>Engine Cutaway</a:t>
            </a:r>
          </a:p>
        </p:txBody>
      </p:sp>
      <p:pic>
        <p:nvPicPr>
          <p:cNvPr id="6146" name="Picture 2" descr="V6 engine - Wikipedia">
            <a:extLst>
              <a:ext uri="{FF2B5EF4-FFF2-40B4-BE49-F238E27FC236}">
                <a16:creationId xmlns:a16="http://schemas.microsoft.com/office/drawing/2014/main" id="{BD345016-E1E2-EA89-19A6-94F57DEB1D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9800" y="419100"/>
            <a:ext cx="5283200" cy="528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8151840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3E3AA-DAFA-666C-D5B5-8107F361B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Electric Motor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FB712-6402-86EE-4F65-17A9C887B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320" y="1561042"/>
            <a:ext cx="9814560" cy="406124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All electric motors operate in one main way:</a:t>
            </a:r>
          </a:p>
          <a:p>
            <a:pPr lvl="1"/>
            <a:r>
              <a:rPr lang="en-US" dirty="0"/>
              <a:t>Use electricity to generate magnetic fields</a:t>
            </a:r>
          </a:p>
          <a:p>
            <a:pPr lvl="1"/>
            <a:r>
              <a:rPr lang="en-US" dirty="0"/>
              <a:t>Magnetic fields create forces that cause motion</a:t>
            </a:r>
          </a:p>
          <a:p>
            <a:r>
              <a:rPr lang="en-US" dirty="0"/>
              <a:t>However, the ways that motors accomplish this vary greatly</a:t>
            </a:r>
          </a:p>
          <a:p>
            <a:r>
              <a:rPr lang="en-US" dirty="0"/>
              <a:t>Three main architectures:</a:t>
            </a:r>
          </a:p>
          <a:p>
            <a:pPr lvl="1"/>
            <a:r>
              <a:rPr lang="en-US" dirty="0"/>
              <a:t>Stepper</a:t>
            </a:r>
          </a:p>
          <a:p>
            <a:pPr lvl="1"/>
            <a:r>
              <a:rPr lang="en-US" dirty="0"/>
              <a:t>Brushed</a:t>
            </a:r>
          </a:p>
          <a:p>
            <a:pPr lvl="2"/>
            <a:r>
              <a:rPr lang="en-US" dirty="0"/>
              <a:t>Brushed DC motors – The CIM, miniCIM, 775, fall under this category</a:t>
            </a:r>
          </a:p>
          <a:p>
            <a:pPr lvl="1"/>
            <a:r>
              <a:rPr lang="en-US" dirty="0"/>
              <a:t>Brushless</a:t>
            </a:r>
          </a:p>
          <a:p>
            <a:pPr lvl="2"/>
            <a:r>
              <a:rPr lang="en-US" dirty="0"/>
              <a:t>Permanent Magnet Synchronous (PMSM) – The NEO, falcon, kraken, fall under this category</a:t>
            </a:r>
          </a:p>
          <a:p>
            <a:pPr lvl="2"/>
            <a:r>
              <a:rPr lang="en-US" dirty="0"/>
              <a:t>Induction Asynchronous (AM)</a:t>
            </a:r>
          </a:p>
          <a:p>
            <a:pPr lvl="2"/>
            <a:r>
              <a:rPr lang="en-US" dirty="0"/>
              <a:t>Switched Reluctance (SRM)</a:t>
            </a:r>
          </a:p>
          <a:p>
            <a:pPr lvl="2"/>
            <a:r>
              <a:rPr lang="en-US" dirty="0"/>
              <a:t>Hybrids exist between these types</a:t>
            </a:r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161438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C60EF-CE85-FBCC-FD44-8A97D6ED7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Stepper Motors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2E7AA-22D1-F8B5-93D9-4750C2538D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319" y="1703917"/>
            <a:ext cx="5113656" cy="4061249"/>
          </a:xfrm>
        </p:spPr>
        <p:txBody>
          <a:bodyPr>
            <a:normAutofit/>
          </a:bodyPr>
          <a:lstStyle/>
          <a:p>
            <a:r>
              <a:rPr lang="en-US" dirty="0"/>
              <a:t>These motors step incrementally by a certain number of degrees (a common amount is 1.8°)</a:t>
            </a:r>
          </a:p>
          <a:p>
            <a:r>
              <a:rPr lang="en-US" dirty="0"/>
              <a:t>Extremely high holding torque</a:t>
            </a:r>
          </a:p>
          <a:p>
            <a:r>
              <a:rPr lang="en-US" dirty="0"/>
              <a:t>Good for holding positions and moving set amounts without the use of encoders</a:t>
            </a:r>
          </a:p>
          <a:p>
            <a:r>
              <a:rPr lang="en-US" dirty="0"/>
              <a:t>Require special stepper drivers</a:t>
            </a:r>
          </a:p>
          <a:p>
            <a:r>
              <a:rPr lang="en-US" dirty="0"/>
              <a:t>Typically draw a lot of power</a:t>
            </a:r>
          </a:p>
          <a:p>
            <a:r>
              <a:rPr lang="en-US" dirty="0"/>
              <a:t>Typically, low speed, high precision</a:t>
            </a:r>
          </a:p>
        </p:txBody>
      </p:sp>
      <p:pic>
        <p:nvPicPr>
          <p:cNvPr id="7170" name="Picture 2" descr="How Stepper Motors Provide Precision Control | Clippard ...">
            <a:extLst>
              <a:ext uri="{FF2B5EF4-FFF2-40B4-BE49-F238E27FC236}">
                <a16:creationId xmlns:a16="http://schemas.microsoft.com/office/drawing/2014/main" id="{838C2139-D444-FD7E-DACA-82936410BC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8163" y="1066361"/>
            <a:ext cx="5287962" cy="4455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6250602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30060-46B3-A63A-D818-C2998413B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Brushed Motors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B2C7D-5460-008E-02A1-BE44C3466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320" y="1703917"/>
            <a:ext cx="5332730" cy="4061249"/>
          </a:xfrm>
        </p:spPr>
        <p:txBody>
          <a:bodyPr/>
          <a:lstStyle/>
          <a:p>
            <a:r>
              <a:rPr lang="en-US" dirty="0"/>
              <a:t>Easy to drive (just connect power)</a:t>
            </a:r>
          </a:p>
          <a:p>
            <a:r>
              <a:rPr lang="en-US" dirty="0"/>
              <a:t>Simple operating principle</a:t>
            </a:r>
          </a:p>
          <a:p>
            <a:r>
              <a:rPr lang="en-US" dirty="0"/>
              <a:t>Lower starting torque than brushless</a:t>
            </a:r>
          </a:p>
          <a:p>
            <a:r>
              <a:rPr lang="en-US" dirty="0"/>
              <a:t>Typically lower power density than brushless motors</a:t>
            </a:r>
          </a:p>
          <a:p>
            <a:r>
              <a:rPr lang="en-US" dirty="0"/>
              <a:t>Brushes can wear out over time</a:t>
            </a:r>
          </a:p>
          <a:p>
            <a:r>
              <a:rPr lang="en-US" dirty="0"/>
              <a:t>No sensors or other electronics required to drive</a:t>
            </a:r>
          </a:p>
          <a:p>
            <a:r>
              <a:rPr lang="en-US" dirty="0"/>
              <a:t>FRC example: CIM, miniCIM, 775 Pro</a:t>
            </a:r>
          </a:p>
        </p:txBody>
      </p:sp>
      <p:pic>
        <p:nvPicPr>
          <p:cNvPr id="8196" name="Picture 4" descr="Types of DC Motors">
            <a:extLst>
              <a:ext uri="{FF2B5EF4-FFF2-40B4-BE49-F238E27FC236}">
                <a16:creationId xmlns:a16="http://schemas.microsoft.com/office/drawing/2014/main" id="{0DED6FE2-83B0-50E6-6442-F072185A2B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36" r="6891"/>
          <a:stretch/>
        </p:blipFill>
        <p:spPr bwMode="auto">
          <a:xfrm>
            <a:off x="6181725" y="1942042"/>
            <a:ext cx="4933950" cy="2975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4063525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6AB7A-11EF-C7F2-6E51-84AC5BD55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Brushless Motors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ADB6A-2AC6-DDF0-E338-EE8968648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319" y="1703917"/>
            <a:ext cx="7094855" cy="4061249"/>
          </a:xfrm>
        </p:spPr>
        <p:txBody>
          <a:bodyPr/>
          <a:lstStyle/>
          <a:p>
            <a:r>
              <a:rPr lang="en-US" dirty="0"/>
              <a:t>Typically, higher torque, power, and more efficient than brushed motors</a:t>
            </a:r>
          </a:p>
          <a:p>
            <a:r>
              <a:rPr lang="en-US" dirty="0"/>
              <a:t>High power density</a:t>
            </a:r>
          </a:p>
          <a:p>
            <a:r>
              <a:rPr lang="en-US" dirty="0"/>
              <a:t>No brushes to wear out</a:t>
            </a:r>
          </a:p>
          <a:p>
            <a:r>
              <a:rPr lang="en-US" dirty="0"/>
              <a:t>More difficult to drive (need a motor controller)</a:t>
            </a:r>
          </a:p>
          <a:p>
            <a:r>
              <a:rPr lang="en-US" dirty="0"/>
              <a:t>Typically require internal sensors to run (hall effect)</a:t>
            </a:r>
          </a:p>
          <a:p>
            <a:r>
              <a:rPr lang="en-US" dirty="0"/>
              <a:t>Offer more precise control (RPM, current control)</a:t>
            </a:r>
          </a:p>
          <a:p>
            <a:r>
              <a:rPr lang="en-US" dirty="0"/>
              <a:t>FRC Examples: NEO, Kraken, Falcon, NEO Vortex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9218" name="Picture 2" descr="What is a Brushless Motor? Answered (2023) - Tyto Robotics">
            <a:extLst>
              <a:ext uri="{FF2B5EF4-FFF2-40B4-BE49-F238E27FC236}">
                <a16:creationId xmlns:a16="http://schemas.microsoft.com/office/drawing/2014/main" id="{6D9874A8-1F5C-FBB7-352D-F43CA2923F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648113" y="1757361"/>
            <a:ext cx="5344199" cy="2886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2340A7B-0C83-9BC4-77A6-CFC031C9145A}"/>
              </a:ext>
            </a:extLst>
          </p:cNvPr>
          <p:cNvSpPr/>
          <p:nvPr/>
        </p:nvSpPr>
        <p:spPr>
          <a:xfrm>
            <a:off x="6391275" y="555099"/>
            <a:ext cx="1152525" cy="3693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Rotor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98A2DA6-6AC5-300A-FA35-EDEC91CD4C6F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7543800" y="739789"/>
            <a:ext cx="676275" cy="31062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6D9831E-F2C5-38BC-ABCE-BB5D7BD57E6A}"/>
              </a:ext>
            </a:extLst>
          </p:cNvPr>
          <p:cNvSpPr/>
          <p:nvPr/>
        </p:nvSpPr>
        <p:spPr>
          <a:xfrm>
            <a:off x="6724649" y="2831021"/>
            <a:ext cx="1152525" cy="3693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Stator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21F3293-AB44-5908-B27F-1BB5F396E441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7877174" y="2562225"/>
            <a:ext cx="600076" cy="45348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2593730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3246A-E643-2E61-0429-AF0048AFA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55877-4897-5816-3524-1D8C64B89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2370" y="21455"/>
            <a:ext cx="9814560" cy="778263"/>
          </a:xfrm>
        </p:spPr>
        <p:txBody>
          <a:bodyPr>
            <a:normAutofit/>
          </a:bodyPr>
          <a:lstStyle/>
          <a:p>
            <a:r>
              <a:rPr lang="en-US" dirty="0"/>
              <a:t>NEO Motor Curve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118C5720-F651-D452-1ADB-C27128F797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0760" y="589739"/>
            <a:ext cx="9016070" cy="5221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81706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1B934BFD-7116-44EF-B08A-4CC70F77305D}"/>
              </a:ext>
            </a:extLst>
          </p:cNvPr>
          <p:cNvSpPr txBox="1">
            <a:spLocks/>
          </p:cNvSpPr>
          <p:nvPr/>
        </p:nvSpPr>
        <p:spPr>
          <a:xfrm>
            <a:off x="768041" y="2262758"/>
            <a:ext cx="9843118" cy="12312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75436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4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US" sz="4000" dirty="0"/>
              <a:t>Questions &amp; Open Discussion</a:t>
            </a:r>
          </a:p>
        </p:txBody>
      </p:sp>
    </p:spTree>
    <p:extLst>
      <p:ext uri="{BB962C8B-B14F-4D97-AF65-F5344CB8AC3E}">
        <p14:creationId xmlns:p14="http://schemas.microsoft.com/office/powerpoint/2010/main" val="292404074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OUTPUT_FILE_NAME" val="Corporate Presentation"/>
  <p:tag name="GENSWF_MOVIE_ONCLICK_URL" val="http://"/>
  <p:tag name="GENSWF_MOVIE_PRESENTATION_END_URL" val="http://"/>
</p:tagLst>
</file>

<file path=ppt/theme/theme1.xml><?xml version="1.0" encoding="utf-8"?>
<a:theme xmlns:a="http://schemas.openxmlformats.org/drawingml/2006/main" name="CL_Standard_samp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C5885 PPT Template" id="{300DACCE-42E1-4586-B918-A59ABF1573A8}" vid="{700E6190-2E60-44F9-93AF-55B9DD370F05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FRC5885 PPT Template</Template>
  <TotalTime>245</TotalTime>
  <Words>581</Words>
  <Application>Microsoft Office PowerPoint</Application>
  <PresentationFormat>Custom</PresentationFormat>
  <Paragraphs>94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 Math</vt:lpstr>
      <vt:lpstr>CL_Standard_sample</vt:lpstr>
      <vt:lpstr>PowerPoint Presentation</vt:lpstr>
      <vt:lpstr>PowerPoint Presentation</vt:lpstr>
      <vt:lpstr>Engines vs Motors</vt:lpstr>
      <vt:lpstr>Engine Types</vt:lpstr>
      <vt:lpstr>The Otto Cycle</vt:lpstr>
      <vt:lpstr>Deeper Dive into 4 Stroke Car Engines</vt:lpstr>
      <vt:lpstr>Engine Timing</vt:lpstr>
      <vt:lpstr>Engine Cutaway</vt:lpstr>
      <vt:lpstr>Electric Motor Types</vt:lpstr>
      <vt:lpstr>Stepper Motors</vt:lpstr>
      <vt:lpstr>Brushed Motors</vt:lpstr>
      <vt:lpstr>Brushless Motors</vt:lpstr>
      <vt:lpstr>NEO Motor Curve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Thibert</dc:creator>
  <cp:lastModifiedBy>John Thibert</cp:lastModifiedBy>
  <cp:revision>1</cp:revision>
  <dcterms:created xsi:type="dcterms:W3CDTF">2025-05-22T17:28:35Z</dcterms:created>
  <dcterms:modified xsi:type="dcterms:W3CDTF">2025-05-22T21:33:38Z</dcterms:modified>
</cp:coreProperties>
</file>