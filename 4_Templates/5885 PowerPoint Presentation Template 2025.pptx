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notesMasterIdLst>
    <p:notesMasterId r:id="rId5"/>
  </p:notesMasterIdLst>
  <p:handoutMasterIdLst>
    <p:handoutMasterId r:id="rId6"/>
  </p:handoutMasterIdLst>
  <p:sldIdLst>
    <p:sldId id="876" r:id="rId2"/>
    <p:sldId id="879" r:id="rId3"/>
    <p:sldId id="877" r:id="rId4"/>
  </p:sldIdLst>
  <p:sldSz cx="11379200" cy="6400800"/>
  <p:notesSz cx="7010400" cy="9296400"/>
  <p:custDataLst>
    <p:tags r:id="rId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1pPr>
    <a:lvl2pPr marL="457171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2pPr>
    <a:lvl3pPr marL="914341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3pPr>
    <a:lvl4pPr marL="1371512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4pPr>
    <a:lvl5pPr marL="1828682" algn="l" rtl="0" fontAlgn="base">
      <a:spcBef>
        <a:spcPct val="0"/>
      </a:spcBef>
      <a:spcAft>
        <a:spcPct val="0"/>
      </a:spcAft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5pPr>
    <a:lvl6pPr marL="2285854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6pPr>
    <a:lvl7pPr marL="2743025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7pPr>
    <a:lvl8pPr marL="3200195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8pPr>
    <a:lvl9pPr marL="3657366" algn="l" defTabSz="914341" rtl="0" eaLnBrk="1" latinLnBrk="0" hangingPunct="1">
      <a:defRPr sz="3200" b="1" kern="1200">
        <a:solidFill>
          <a:schemeClr val="bg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35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A1"/>
    <a:srgbClr val="28AEE6"/>
    <a:srgbClr val="0053A0"/>
    <a:srgbClr val="996600"/>
    <a:srgbClr val="FF9900"/>
    <a:srgbClr val="003399"/>
    <a:srgbClr val="66CCFF"/>
    <a:srgbClr val="CC6600"/>
    <a:srgbClr val="008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230" autoAdjust="0"/>
  </p:normalViewPr>
  <p:slideViewPr>
    <p:cSldViewPr snapToGrid="0">
      <p:cViewPr varScale="1">
        <p:scale>
          <a:sx n="88" d="100"/>
          <a:sy n="88" d="100"/>
        </p:scale>
        <p:origin x="1350" y="96"/>
      </p:cViewPr>
      <p:guideLst>
        <p:guide orient="horz" pos="2016"/>
        <p:guide pos="358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6" d="100"/>
        <a:sy n="5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-2837" y="-8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D99B309-0AE6-4F35-9D5D-359E6E3BB6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591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4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4838"/>
            <a:ext cx="5143500" cy="418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l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4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1" tIns="46581" rIns="93161" bIns="46581" numCol="1" anchor="b" anchorCtr="0" compatLnSpc="1">
            <a:prstTxWarp prst="textNoShape">
              <a:avLst/>
            </a:prstTxWarp>
          </a:bodyPr>
          <a:lstStyle>
            <a:lvl1pPr algn="r" defTabSz="931726" eaLnBrk="1" hangingPunct="1">
              <a:spcBef>
                <a:spcPct val="0"/>
              </a:spcBef>
              <a:buSzTx/>
              <a:defRPr sz="1300" b="0">
                <a:solidFill>
                  <a:schemeClr val="tx1"/>
                </a:solidFill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97ADA7B-1FF5-4B6F-897C-36F65255E7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530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171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341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51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682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85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F33F30-39A3-40D7-94F9-D13323F3CB8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7600" cy="34861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1840-C81D-4680-9146-9D0DC6B83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047540"/>
            <a:ext cx="8534400" cy="2228427"/>
          </a:xfrm>
        </p:spPr>
        <p:txBody>
          <a:bodyPr anchor="b"/>
          <a:lstStyle>
            <a:lvl1pPr algn="ctr">
              <a:defRPr sz="4950">
                <a:solidFill>
                  <a:srgbClr val="0053A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C5001-9753-4536-9D4F-0741767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361902"/>
            <a:ext cx="8534400" cy="1545378"/>
          </a:xfrm>
        </p:spPr>
        <p:txBody>
          <a:bodyPr/>
          <a:lstStyle>
            <a:lvl1pPr marL="0" indent="0" algn="ctr">
              <a:buNone/>
              <a:defRPr sz="1980">
                <a:solidFill>
                  <a:srgbClr val="0053A1"/>
                </a:solidFill>
              </a:defRPr>
            </a:lvl1pPr>
            <a:lvl2pPr marL="377181" indent="0" algn="ctr">
              <a:buNone/>
              <a:defRPr sz="1650"/>
            </a:lvl2pPr>
            <a:lvl3pPr marL="754361" indent="0" algn="ctr">
              <a:buNone/>
              <a:defRPr sz="1485"/>
            </a:lvl3pPr>
            <a:lvl4pPr marL="1131542" indent="0" algn="ctr">
              <a:buNone/>
              <a:defRPr sz="1320"/>
            </a:lvl4pPr>
            <a:lvl5pPr marL="1508722" indent="0" algn="ctr">
              <a:buNone/>
              <a:defRPr sz="1320"/>
            </a:lvl5pPr>
            <a:lvl6pPr marL="1885903" indent="0" algn="ctr">
              <a:buNone/>
              <a:defRPr sz="1320"/>
            </a:lvl6pPr>
            <a:lvl7pPr marL="2263083" indent="0" algn="ctr">
              <a:buNone/>
              <a:defRPr sz="1320"/>
            </a:lvl7pPr>
            <a:lvl8pPr marL="2640264" indent="0" algn="ctr">
              <a:buNone/>
              <a:defRPr sz="1320"/>
            </a:lvl8pPr>
            <a:lvl9pPr marL="3017445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4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1840-C81D-4680-9146-9D0DC6B83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2400" y="1047540"/>
            <a:ext cx="8534400" cy="222842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C5001-9753-4536-9D4F-07417677A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361902"/>
            <a:ext cx="8534400" cy="1545378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81" indent="0" algn="ctr">
              <a:buNone/>
              <a:defRPr sz="1650"/>
            </a:lvl2pPr>
            <a:lvl3pPr marL="754361" indent="0" algn="ctr">
              <a:buNone/>
              <a:defRPr sz="1485"/>
            </a:lvl3pPr>
            <a:lvl4pPr marL="1131542" indent="0" algn="ctr">
              <a:buNone/>
              <a:defRPr sz="1320"/>
            </a:lvl4pPr>
            <a:lvl5pPr marL="1508722" indent="0" algn="ctr">
              <a:buNone/>
              <a:defRPr sz="1320"/>
            </a:lvl5pPr>
            <a:lvl6pPr marL="1885903" indent="0" algn="ctr">
              <a:buNone/>
              <a:defRPr sz="1320"/>
            </a:lvl6pPr>
            <a:lvl7pPr marL="2263083" indent="0" algn="ctr">
              <a:buNone/>
              <a:defRPr sz="1320"/>
            </a:lvl7pPr>
            <a:lvl8pPr marL="2640264" indent="0" algn="ctr">
              <a:buNone/>
              <a:defRPr sz="1320"/>
            </a:lvl8pPr>
            <a:lvl9pPr marL="3017445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Slide Number Placeholder 26">
            <a:extLst>
              <a:ext uri="{FF2B5EF4-FFF2-40B4-BE49-F238E27FC236}">
                <a16:creationId xmlns:a16="http://schemas.microsoft.com/office/drawing/2014/main" id="{490BFD5B-562D-42E7-A2D2-5A0797FE3E85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1100" smtClean="0">
                <a:solidFill>
                  <a:schemeClr val="bg1"/>
                </a:solidFill>
              </a:rPr>
              <a:pPr/>
              <a:t>‹#›</a:t>
            </a:fld>
            <a:endParaRPr lang="en-US" sz="99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15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589F-3474-4F64-986C-3E6A333B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AA06F-3EAB-4608-8F88-AB077C25E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4BFEB779-D7ED-4BA3-A8AB-633BC16A8EBD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08208430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A24F-EC2F-4E41-B3DF-54560126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94" y="1595760"/>
            <a:ext cx="9814560" cy="2662555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0BEC9-29C0-4D4C-A134-35765EFF9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6394" y="4283504"/>
            <a:ext cx="9814560" cy="1400175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81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61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42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22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03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083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264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445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305126C3-F091-4437-8D18-CB4ECDD19A55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39053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7D89-217B-4557-BD4C-7F415802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A1AD-0DA2-4442-B32D-89DDE62D9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2320" y="1703917"/>
            <a:ext cx="483616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05774-2A01-4341-9970-4C3EC8B21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0" y="1703917"/>
            <a:ext cx="483616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A43D5641-23D2-409D-80DC-780634E0DEF1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7314846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01A3-2712-4F03-B05B-9CCBFE29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340788"/>
            <a:ext cx="9814560" cy="12371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BD641-9E7D-4009-80D1-91E6F61BC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3803" y="1569086"/>
            <a:ext cx="4813934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81" indent="0">
              <a:buNone/>
              <a:defRPr sz="1650" b="1"/>
            </a:lvl2pPr>
            <a:lvl3pPr marL="754361" indent="0">
              <a:buNone/>
              <a:defRPr sz="1485" b="1"/>
            </a:lvl3pPr>
            <a:lvl4pPr marL="1131542" indent="0">
              <a:buNone/>
              <a:defRPr sz="1320" b="1"/>
            </a:lvl4pPr>
            <a:lvl5pPr marL="1508722" indent="0">
              <a:buNone/>
              <a:defRPr sz="1320" b="1"/>
            </a:lvl5pPr>
            <a:lvl6pPr marL="1885903" indent="0">
              <a:buNone/>
              <a:defRPr sz="1320" b="1"/>
            </a:lvl6pPr>
            <a:lvl7pPr marL="2263083" indent="0">
              <a:buNone/>
              <a:defRPr sz="1320" b="1"/>
            </a:lvl7pPr>
            <a:lvl8pPr marL="2640264" indent="0">
              <a:buNone/>
              <a:defRPr sz="1320" b="1"/>
            </a:lvl8pPr>
            <a:lvl9pPr marL="3017445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D4FCC-7E21-4719-8BA3-D7FF12E59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803" y="2338071"/>
            <a:ext cx="481393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41F15-9A62-4B1F-AA02-FADC72D08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2" y="1569086"/>
            <a:ext cx="4837642" cy="768985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81" indent="0">
              <a:buNone/>
              <a:defRPr sz="1650" b="1"/>
            </a:lvl2pPr>
            <a:lvl3pPr marL="754361" indent="0">
              <a:buNone/>
              <a:defRPr sz="1485" b="1"/>
            </a:lvl3pPr>
            <a:lvl4pPr marL="1131542" indent="0">
              <a:buNone/>
              <a:defRPr sz="1320" b="1"/>
            </a:lvl4pPr>
            <a:lvl5pPr marL="1508722" indent="0">
              <a:buNone/>
              <a:defRPr sz="1320" b="1"/>
            </a:lvl5pPr>
            <a:lvl6pPr marL="1885903" indent="0">
              <a:buNone/>
              <a:defRPr sz="1320" b="1"/>
            </a:lvl6pPr>
            <a:lvl7pPr marL="2263083" indent="0">
              <a:buNone/>
              <a:defRPr sz="1320" b="1"/>
            </a:lvl7pPr>
            <a:lvl8pPr marL="2640264" indent="0">
              <a:buNone/>
              <a:defRPr sz="1320" b="1"/>
            </a:lvl8pPr>
            <a:lvl9pPr marL="3017445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BCF54-2505-4A03-BE42-54721CE6A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2" y="2338071"/>
            <a:ext cx="4837642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26">
            <a:extLst>
              <a:ext uri="{FF2B5EF4-FFF2-40B4-BE49-F238E27FC236}">
                <a16:creationId xmlns:a16="http://schemas.microsoft.com/office/drawing/2014/main" id="{7010E937-EDB9-4938-A44F-7DCD20450E57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98566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E3946-5E0E-4347-A112-1A7A7AEF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26">
            <a:extLst>
              <a:ext uri="{FF2B5EF4-FFF2-40B4-BE49-F238E27FC236}">
                <a16:creationId xmlns:a16="http://schemas.microsoft.com/office/drawing/2014/main" id="{6373C33E-BD07-4878-B8A0-41FDEC897DD6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233483712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6">
            <a:extLst>
              <a:ext uri="{FF2B5EF4-FFF2-40B4-BE49-F238E27FC236}">
                <a16:creationId xmlns:a16="http://schemas.microsoft.com/office/drawing/2014/main" id="{FA0488B4-2D32-4252-BB99-B10E02271A0C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11963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C5EF-FA54-410D-8C02-7288527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426720"/>
            <a:ext cx="3670088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4829-4C47-4564-A5A8-F701F4005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643" y="921602"/>
            <a:ext cx="5760720" cy="4548717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0BB24-94BE-43EF-808F-C48372168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802" y="1920240"/>
            <a:ext cx="3670088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81" indent="0">
              <a:buNone/>
              <a:defRPr sz="1155"/>
            </a:lvl2pPr>
            <a:lvl3pPr marL="754361" indent="0">
              <a:buNone/>
              <a:defRPr sz="990"/>
            </a:lvl3pPr>
            <a:lvl4pPr marL="1131542" indent="0">
              <a:buNone/>
              <a:defRPr sz="825"/>
            </a:lvl4pPr>
            <a:lvl5pPr marL="1508722" indent="0">
              <a:buNone/>
              <a:defRPr sz="825"/>
            </a:lvl5pPr>
            <a:lvl6pPr marL="1885903" indent="0">
              <a:buNone/>
              <a:defRPr sz="825"/>
            </a:lvl6pPr>
            <a:lvl7pPr marL="2263083" indent="0">
              <a:buNone/>
              <a:defRPr sz="825"/>
            </a:lvl7pPr>
            <a:lvl8pPr marL="2640264" indent="0">
              <a:buNone/>
              <a:defRPr sz="825"/>
            </a:lvl8pPr>
            <a:lvl9pPr marL="3017445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D2E63488-A39D-466A-81D7-896CF01D56B5}"/>
              </a:ext>
            </a:extLst>
          </p:cNvPr>
          <p:cNvSpPr txBox="1">
            <a:spLocks/>
          </p:cNvSpPr>
          <p:nvPr/>
        </p:nvSpPr>
        <p:spPr>
          <a:xfrm>
            <a:off x="10739718" y="6001465"/>
            <a:ext cx="340030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27439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D8C1-8FF5-4804-9974-8F51B2F7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02" y="426720"/>
            <a:ext cx="3670088" cy="149352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03584-B852-4FA2-ABD7-C6084F3BC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37643" y="921602"/>
            <a:ext cx="5760720" cy="4548717"/>
          </a:xfrm>
        </p:spPr>
        <p:txBody>
          <a:bodyPr/>
          <a:lstStyle>
            <a:lvl1pPr marL="0" indent="0">
              <a:buNone/>
              <a:defRPr sz="2640"/>
            </a:lvl1pPr>
            <a:lvl2pPr marL="377181" indent="0">
              <a:buNone/>
              <a:defRPr sz="2310"/>
            </a:lvl2pPr>
            <a:lvl3pPr marL="754361" indent="0">
              <a:buNone/>
              <a:defRPr sz="1980"/>
            </a:lvl3pPr>
            <a:lvl4pPr marL="1131542" indent="0">
              <a:buNone/>
              <a:defRPr sz="1650"/>
            </a:lvl4pPr>
            <a:lvl5pPr marL="1508722" indent="0">
              <a:buNone/>
              <a:defRPr sz="1650"/>
            </a:lvl5pPr>
            <a:lvl6pPr marL="1885903" indent="0">
              <a:buNone/>
              <a:defRPr sz="1650"/>
            </a:lvl6pPr>
            <a:lvl7pPr marL="2263083" indent="0">
              <a:buNone/>
              <a:defRPr sz="1650"/>
            </a:lvl7pPr>
            <a:lvl8pPr marL="2640264" indent="0">
              <a:buNone/>
              <a:defRPr sz="1650"/>
            </a:lvl8pPr>
            <a:lvl9pPr marL="3017445" indent="0">
              <a:buNone/>
              <a:defRPr sz="165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F95C4-14ED-40E7-8246-EB8AFC8AF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802" y="1920240"/>
            <a:ext cx="3670088" cy="3557482"/>
          </a:xfrm>
        </p:spPr>
        <p:txBody>
          <a:bodyPr/>
          <a:lstStyle>
            <a:lvl1pPr marL="0" indent="0">
              <a:buNone/>
              <a:defRPr sz="1320"/>
            </a:lvl1pPr>
            <a:lvl2pPr marL="377181" indent="0">
              <a:buNone/>
              <a:defRPr sz="1155"/>
            </a:lvl2pPr>
            <a:lvl3pPr marL="754361" indent="0">
              <a:buNone/>
              <a:defRPr sz="990"/>
            </a:lvl3pPr>
            <a:lvl4pPr marL="1131542" indent="0">
              <a:buNone/>
              <a:defRPr sz="825"/>
            </a:lvl4pPr>
            <a:lvl5pPr marL="1508722" indent="0">
              <a:buNone/>
              <a:defRPr sz="825"/>
            </a:lvl5pPr>
            <a:lvl6pPr marL="1885903" indent="0">
              <a:buNone/>
              <a:defRPr sz="825"/>
            </a:lvl6pPr>
            <a:lvl7pPr marL="2263083" indent="0">
              <a:buNone/>
              <a:defRPr sz="825"/>
            </a:lvl7pPr>
            <a:lvl8pPr marL="2640264" indent="0">
              <a:buNone/>
              <a:defRPr sz="825"/>
            </a:lvl8pPr>
            <a:lvl9pPr marL="3017445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26">
            <a:extLst>
              <a:ext uri="{FF2B5EF4-FFF2-40B4-BE49-F238E27FC236}">
                <a16:creationId xmlns:a16="http://schemas.microsoft.com/office/drawing/2014/main" id="{643997CD-1108-4B6E-B763-5C864CBE360F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292507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0D644-4341-4AD3-8F69-99796D5BE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1C00A-D25D-439F-AA78-32A042093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71B9B8B9-C6F7-4B9C-8725-3A69B9C05952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3896606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327FB-0BB8-47AF-9166-4BD64B0DC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43242" y="756825"/>
            <a:ext cx="2259066" cy="50083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510B8-B789-467F-A098-ABDCA2774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82323" y="756825"/>
            <a:ext cx="6646237" cy="50083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26">
            <a:extLst>
              <a:ext uri="{FF2B5EF4-FFF2-40B4-BE49-F238E27FC236}">
                <a16:creationId xmlns:a16="http://schemas.microsoft.com/office/drawing/2014/main" id="{33BD4347-57C1-4525-B113-C999184D536C}"/>
              </a:ext>
            </a:extLst>
          </p:cNvPr>
          <p:cNvSpPr txBox="1">
            <a:spLocks/>
          </p:cNvSpPr>
          <p:nvPr/>
        </p:nvSpPr>
        <p:spPr>
          <a:xfrm>
            <a:off x="8968374" y="6001465"/>
            <a:ext cx="2111374" cy="31855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CDEBC-7537-4202-856D-D7ABCF6CAD66}" type="slidenum">
              <a:rPr lang="en-US" sz="990" smtClean="0"/>
              <a:pPr/>
              <a:t>‹#›</a:t>
            </a:fld>
            <a:endParaRPr lang="en-US" sz="990" dirty="0"/>
          </a:p>
        </p:txBody>
      </p:sp>
    </p:spTree>
    <p:extLst>
      <p:ext uri="{BB962C8B-B14F-4D97-AF65-F5344CB8AC3E}">
        <p14:creationId xmlns:p14="http://schemas.microsoft.com/office/powerpoint/2010/main" val="1712924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09225" y="132345"/>
            <a:ext cx="10241280" cy="1066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68960" y="1493521"/>
            <a:ext cx="5025813" cy="2040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784427" y="1493521"/>
            <a:ext cx="5025813" cy="20402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68960" y="3676020"/>
            <a:ext cx="5025813" cy="20417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4427" y="3676020"/>
            <a:ext cx="5025813" cy="20417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206"/>
          <p:cNvSpPr>
            <a:spLocks noGrp="1"/>
          </p:cNvSpPr>
          <p:nvPr>
            <p:ph type="sldNum" sz="quarter" idx="10"/>
          </p:nvPr>
        </p:nvSpPr>
        <p:spPr>
          <a:xfrm>
            <a:off x="10739232" y="5640629"/>
            <a:ext cx="494832" cy="313764"/>
          </a:xfrm>
          <a:prstGeom prst="rect">
            <a:avLst/>
          </a:prstGeom>
        </p:spPr>
        <p:txBody>
          <a:bodyPr/>
          <a:lstStyle>
            <a:lvl1pPr algn="ctr" eaLnBrk="0" hangingPunct="0">
              <a:spcBef>
                <a:spcPct val="50000"/>
              </a:spcBef>
              <a:buSzPct val="80000"/>
              <a:defRPr sz="1100">
                <a:solidFill>
                  <a:srgbClr val="9966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buFontTx/>
              <a:buNone/>
              <a:defRPr/>
            </a:pPr>
            <a:fld id="{A573B02F-A7D4-422F-9184-87A161E5AADE}" type="slidenum">
              <a:rPr lang="en-CA" smtClean="0"/>
              <a:pPr>
                <a:buFontTx/>
                <a:buNone/>
                <a:defRPr/>
              </a:pPr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324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9532E96-38A6-0F91-17EA-69FEF1B62B40}"/>
              </a:ext>
            </a:extLst>
          </p:cNvPr>
          <p:cNvSpPr/>
          <p:nvPr userDrawn="1"/>
        </p:nvSpPr>
        <p:spPr>
          <a:xfrm>
            <a:off x="0" y="5850794"/>
            <a:ext cx="11379200" cy="552090"/>
          </a:xfrm>
          <a:prstGeom prst="rect">
            <a:avLst/>
          </a:prstGeom>
          <a:solidFill>
            <a:srgbClr val="28AE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3EBE6-7F71-4D01-9F59-0696BA5B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320" y="799718"/>
            <a:ext cx="9814560" cy="77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90C7B-6592-4FE6-A46A-D8371794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2320" y="1703917"/>
            <a:ext cx="981456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0C937-2C0F-4C37-9DF2-7BB7FEE8969D}"/>
              </a:ext>
            </a:extLst>
          </p:cNvPr>
          <p:cNvSpPr txBox="1"/>
          <p:nvPr/>
        </p:nvSpPr>
        <p:spPr>
          <a:xfrm>
            <a:off x="8481064" y="231141"/>
            <a:ext cx="2655041" cy="320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85" dirty="0">
                <a:solidFill>
                  <a:srgbClr val="0053A1"/>
                </a:solidFill>
              </a:rPr>
              <a:t>www.wiredcats5885.ca</a:t>
            </a:r>
          </a:p>
        </p:txBody>
      </p:sp>
      <p:sp>
        <p:nvSpPr>
          <p:cNvPr id="5" name="Footer Placeholder 4" descr="CenterLine reflex blue, copper logo">
            <a:extLst>
              <a:ext uri="{FF2B5EF4-FFF2-40B4-BE49-F238E27FC236}">
                <a16:creationId xmlns:a16="http://schemas.microsoft.com/office/drawing/2014/main" id="{4D19885A-D491-937B-CAE9-56C3D63B503F}"/>
              </a:ext>
            </a:extLst>
          </p:cNvPr>
          <p:cNvSpPr txBox="1">
            <a:spLocks/>
          </p:cNvSpPr>
          <p:nvPr userDrawn="1"/>
        </p:nvSpPr>
        <p:spPr>
          <a:xfrm>
            <a:off x="94890" y="5961345"/>
            <a:ext cx="3820419" cy="33098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1"/>
                </a:solidFill>
              </a:rPr>
              <a:t>© 2025, Villanova WiredCats Robotics Team, FRC 5885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0F7094-CFF3-2692-FBDB-A647888659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39"/>
            <a:ext cx="970712" cy="75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55391E-479E-1518-04AF-E7387F89FD9B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28000"/>
                    </a14:imgEffect>
                    <a14:imgEffect>
                      <a14:brightnessContrast bright="-12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3232" y="5877047"/>
            <a:ext cx="1592791" cy="499584"/>
          </a:xfrm>
          <a:prstGeom prst="rect">
            <a:avLst/>
          </a:prstGeom>
        </p:spPr>
      </p:pic>
      <p:sp>
        <p:nvSpPr>
          <p:cNvPr id="12" name="Footer Placeholder 4" descr="CenterLine reflex blue, copper logo">
            <a:extLst>
              <a:ext uri="{FF2B5EF4-FFF2-40B4-BE49-F238E27FC236}">
                <a16:creationId xmlns:a16="http://schemas.microsoft.com/office/drawing/2014/main" id="{0234CF35-E6F1-EA50-8C89-4A6DFF872FE9}"/>
              </a:ext>
            </a:extLst>
          </p:cNvPr>
          <p:cNvSpPr txBox="1">
            <a:spLocks/>
          </p:cNvSpPr>
          <p:nvPr userDrawn="1"/>
        </p:nvSpPr>
        <p:spPr>
          <a:xfrm>
            <a:off x="4149478" y="5951476"/>
            <a:ext cx="1233577" cy="330988"/>
          </a:xfrm>
          <a:prstGeom prst="rect">
            <a:avLst/>
          </a:prstGeom>
        </p:spPr>
        <p:txBody>
          <a:bodyPr vert="horz" lIns="75438" tIns="37719" rIns="75438" bIns="37719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>
                <a:solidFill>
                  <a:schemeClr val="bg1"/>
                </a:solidFill>
              </a:rPr>
              <a:t>Sponsored</a:t>
            </a:r>
            <a:r>
              <a:rPr lang="en-US" sz="1000" dirty="0">
                <a:solidFill>
                  <a:schemeClr val="bg1"/>
                </a:solidFill>
              </a:rPr>
              <a:t> by: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E8D2CE-12E7-35B4-B662-172CEBF6F8B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76377" y="5917440"/>
            <a:ext cx="1959155" cy="49958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AA90A2-9209-EA23-9AE9-3D7C3F207800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rcRect t="12475" b="10471"/>
          <a:stretch/>
        </p:blipFill>
        <p:spPr>
          <a:xfrm>
            <a:off x="8935532" y="5917440"/>
            <a:ext cx="1364405" cy="39906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57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52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1" r:id="rId13"/>
  </p:sldLayoutIdLst>
  <p:transition spd="med">
    <p:fade/>
  </p:transition>
  <p:hf hdr="0" ftr="0"/>
  <p:txStyles>
    <p:titleStyle>
      <a:lvl1pPr algn="l" defTabSz="754361" rtl="0" eaLnBrk="1" latinLnBrk="0" hangingPunct="1">
        <a:lnSpc>
          <a:spcPct val="90000"/>
        </a:lnSpc>
        <a:spcBef>
          <a:spcPct val="0"/>
        </a:spcBef>
        <a:buNone/>
        <a:defRPr sz="2640" b="1" kern="1200">
          <a:solidFill>
            <a:srgbClr val="0053A1"/>
          </a:solidFill>
          <a:latin typeface="+mj-lt"/>
          <a:ea typeface="+mj-ea"/>
          <a:cs typeface="+mj-cs"/>
        </a:defRPr>
      </a:lvl1pPr>
    </p:titleStyle>
    <p:bodyStyle>
      <a:lvl1pPr marL="188590" indent="-188590" algn="l" defTabSz="754361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rgbClr val="0053A1"/>
          </a:solidFill>
          <a:latin typeface="+mn-lt"/>
          <a:ea typeface="+mn-ea"/>
          <a:cs typeface="+mn-cs"/>
        </a:defRPr>
      </a:lvl1pPr>
      <a:lvl2pPr marL="565771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rgbClr val="0053A1"/>
          </a:solidFill>
          <a:latin typeface="+mn-lt"/>
          <a:ea typeface="+mn-ea"/>
          <a:cs typeface="+mn-cs"/>
        </a:defRPr>
      </a:lvl2pPr>
      <a:lvl3pPr marL="942951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rgbClr val="0053A1"/>
          </a:solidFill>
          <a:latin typeface="+mn-lt"/>
          <a:ea typeface="+mn-ea"/>
          <a:cs typeface="+mn-cs"/>
        </a:defRPr>
      </a:lvl3pPr>
      <a:lvl4pPr marL="1320132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rgbClr val="0053A1"/>
          </a:solidFill>
          <a:latin typeface="+mn-lt"/>
          <a:ea typeface="+mn-ea"/>
          <a:cs typeface="+mn-cs"/>
        </a:defRPr>
      </a:lvl4pPr>
      <a:lvl5pPr marL="1697313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rgbClr val="0053A1"/>
          </a:solidFill>
          <a:latin typeface="+mn-lt"/>
          <a:ea typeface="+mn-ea"/>
          <a:cs typeface="+mn-cs"/>
        </a:defRPr>
      </a:lvl5pPr>
      <a:lvl6pPr marL="2074493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674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854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035" indent="-188590" algn="l" defTabSz="754361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81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61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42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22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083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264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445" algn="l" defTabSz="754361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1E46E208-7AED-4BAD-87F5-1EEBFF348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06651"/>
            <a:ext cx="11379200" cy="841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876" tIns="50938" rIns="101876" bIns="50938">
            <a:spAutoFit/>
          </a:bodyPr>
          <a:lstStyle/>
          <a:p>
            <a:pPr algn="ctr" eaLnBrk="0" hangingPunct="0">
              <a:spcBef>
                <a:spcPct val="20000"/>
              </a:spcBef>
              <a:buSzPct val="80000"/>
            </a:pPr>
            <a:r>
              <a:rPr lang="en-US" sz="4800" dirty="0">
                <a:solidFill>
                  <a:srgbClr val="003399"/>
                </a:solidFill>
                <a:latin typeface="Arial" pitchFamily="34" charset="0"/>
                <a:cs typeface="Arial" pitchFamily="34" charset="0"/>
              </a:rPr>
              <a:t>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2E937-F17D-2AE4-870B-2ADD995E2F91}"/>
              </a:ext>
            </a:extLst>
          </p:cNvPr>
          <p:cNvSpPr txBox="1"/>
          <p:nvPr/>
        </p:nvSpPr>
        <p:spPr>
          <a:xfrm>
            <a:off x="3940172" y="4367734"/>
            <a:ext cx="3498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3A0"/>
                </a:solidFill>
              </a:rPr>
              <a:t>Authored By: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9366A-C29D-AFB5-9CDF-D0C42CF3D288}"/>
              </a:ext>
            </a:extLst>
          </p:cNvPr>
          <p:cNvSpPr txBox="1"/>
          <p:nvPr/>
        </p:nvSpPr>
        <p:spPr>
          <a:xfrm>
            <a:off x="3573299" y="4770648"/>
            <a:ext cx="4232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53A0"/>
                </a:solidFill>
              </a:rPr>
              <a:t>Latest Revision: MM/DD/YYYY</a:t>
            </a:r>
          </a:p>
        </p:txBody>
      </p:sp>
    </p:spTree>
    <p:extLst>
      <p:ext uri="{BB962C8B-B14F-4D97-AF65-F5344CB8AC3E}">
        <p14:creationId xmlns:p14="http://schemas.microsoft.com/office/powerpoint/2010/main" val="383868836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79FB77-6B73-CFBE-9A78-D0C59A21B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346586"/>
              </p:ext>
            </p:extLst>
          </p:nvPr>
        </p:nvGraphicFramePr>
        <p:xfrm>
          <a:off x="1389591" y="975360"/>
          <a:ext cx="8600018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034">
                  <a:extLst>
                    <a:ext uri="{9D8B030D-6E8A-4147-A177-3AD203B41FA5}">
                      <a16:colId xmlns:a16="http://schemas.microsoft.com/office/drawing/2014/main" val="40924205"/>
                    </a:ext>
                  </a:extLst>
                </a:gridCol>
                <a:gridCol w="6512984">
                  <a:extLst>
                    <a:ext uri="{9D8B030D-6E8A-4147-A177-3AD203B41FA5}">
                      <a16:colId xmlns:a16="http://schemas.microsoft.com/office/drawing/2014/main" val="158316565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Revision Table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790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Date 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(MM/DD/YYYY)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21233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40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15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09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694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5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97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74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98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29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899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431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1B934BFD-7116-44EF-B08A-4CC70F77305D}"/>
              </a:ext>
            </a:extLst>
          </p:cNvPr>
          <p:cNvSpPr txBox="1">
            <a:spLocks/>
          </p:cNvSpPr>
          <p:nvPr/>
        </p:nvSpPr>
        <p:spPr>
          <a:xfrm>
            <a:off x="768041" y="2262758"/>
            <a:ext cx="9843118" cy="1231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75436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4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US" sz="4000" dirty="0"/>
              <a:t>Open Discussion</a:t>
            </a:r>
          </a:p>
        </p:txBody>
      </p:sp>
    </p:spTree>
    <p:extLst>
      <p:ext uri="{BB962C8B-B14F-4D97-AF65-F5344CB8AC3E}">
        <p14:creationId xmlns:p14="http://schemas.microsoft.com/office/powerpoint/2010/main" val="29240407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OUTPUT_FILE_NAME" val="Corporate Presentation"/>
  <p:tag name="GENSWF_MOVIE_ONCLICK_URL" val="http://"/>
  <p:tag name="GENSWF_MOVIE_PRESENTATION_END_URL" val="http://"/>
</p:tagLst>
</file>

<file path=ppt/theme/theme1.xml><?xml version="1.0" encoding="utf-8"?>
<a:theme xmlns:a="http://schemas.openxmlformats.org/drawingml/2006/main" name="CL_Standard_sa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C5885 PPT Template" id="{300DACCE-42E1-4586-B918-A59ABF1573A8}" vid="{700E6190-2E60-44F9-93AF-55B9DD370F0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FRC5885 PPT Template</Template>
  <TotalTime>0</TotalTime>
  <Words>26</Words>
  <Application>Microsoft Office PowerPoint</Application>
  <PresentationFormat>Custom</PresentationFormat>
  <Paragraphs>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CL_Standard_sample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Thibert</dc:creator>
  <cp:lastModifiedBy>John Thibert</cp:lastModifiedBy>
  <cp:revision>1</cp:revision>
  <dcterms:created xsi:type="dcterms:W3CDTF">2025-09-25T19:53:47Z</dcterms:created>
  <dcterms:modified xsi:type="dcterms:W3CDTF">2025-09-25T19:54:38Z</dcterms:modified>
</cp:coreProperties>
</file>